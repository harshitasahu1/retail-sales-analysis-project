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47"/>
  </p:notesMasterIdLst>
  <p:sldIdLst>
    <p:sldId id="274" r:id="rId2"/>
    <p:sldId id="259" r:id="rId3"/>
    <p:sldId id="261" r:id="rId4"/>
    <p:sldId id="262" r:id="rId5"/>
    <p:sldId id="263" r:id="rId6"/>
    <p:sldId id="264" r:id="rId7"/>
    <p:sldId id="265" r:id="rId8"/>
    <p:sldId id="269" r:id="rId9"/>
    <p:sldId id="273" r:id="rId10"/>
    <p:sldId id="266" r:id="rId11"/>
    <p:sldId id="267" r:id="rId12"/>
    <p:sldId id="268" r:id="rId13"/>
    <p:sldId id="270" r:id="rId14"/>
    <p:sldId id="275" r:id="rId15"/>
    <p:sldId id="276" r:id="rId16"/>
    <p:sldId id="278" r:id="rId17"/>
    <p:sldId id="271" r:id="rId18"/>
    <p:sldId id="272" r:id="rId19"/>
    <p:sldId id="277" r:id="rId20"/>
    <p:sldId id="306" r:id="rId21"/>
    <p:sldId id="307" r:id="rId22"/>
    <p:sldId id="308" r:id="rId23"/>
    <p:sldId id="320" r:id="rId24"/>
    <p:sldId id="318" r:id="rId25"/>
    <p:sldId id="309" r:id="rId26"/>
    <p:sldId id="310" r:id="rId27"/>
    <p:sldId id="294" r:id="rId28"/>
    <p:sldId id="311" r:id="rId29"/>
    <p:sldId id="301" r:id="rId30"/>
    <p:sldId id="296" r:id="rId31"/>
    <p:sldId id="313" r:id="rId32"/>
    <p:sldId id="312" r:id="rId33"/>
    <p:sldId id="314" r:id="rId34"/>
    <p:sldId id="315" r:id="rId35"/>
    <p:sldId id="316" r:id="rId36"/>
    <p:sldId id="322" r:id="rId37"/>
    <p:sldId id="323" r:id="rId38"/>
    <p:sldId id="324" r:id="rId39"/>
    <p:sldId id="325" r:id="rId40"/>
    <p:sldId id="326" r:id="rId41"/>
    <p:sldId id="317" r:id="rId42"/>
    <p:sldId id="327" r:id="rId43"/>
    <p:sldId id="328" r:id="rId44"/>
    <p:sldId id="329" r:id="rId45"/>
    <p:sldId id="299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  <a:srgbClr val="CCCCFF"/>
    <a:srgbClr val="FFFFFF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262D73-24FC-4B9F-B620-8516C8BA67B0}" v="548" dt="2025-11-12T17:24:27.9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53"/>
      </p:cViewPr>
      <p:guideLst/>
    </p:cSldViewPr>
  </p:slideViewPr>
  <p:outlineViewPr>
    <p:cViewPr>
      <p:scale>
        <a:sx n="33" d="100"/>
        <a:sy n="33" d="100"/>
      </p:scale>
      <p:origin x="0" y="-8237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a Sahu" userId="c3bcdbd82bb9af11" providerId="LiveId" clId="{7193A4A2-5A1A-43A9-AEF5-7EE65CA6236A}"/>
    <pc:docChg chg="undo redo custSel addSld delSld modSld sldOrd">
      <pc:chgData name="Harshita Sahu" userId="c3bcdbd82bb9af11" providerId="LiveId" clId="{7193A4A2-5A1A-43A9-AEF5-7EE65CA6236A}" dt="2025-11-12T17:25:21.977" v="38202" actId="2696"/>
      <pc:docMkLst>
        <pc:docMk/>
      </pc:docMkLst>
      <pc:sldChg chg="addSp delSp modSp mod chgLayout">
        <pc:chgData name="Harshita Sahu" userId="c3bcdbd82bb9af11" providerId="LiveId" clId="{7193A4A2-5A1A-43A9-AEF5-7EE65CA6236A}" dt="2025-10-15T16:56:24.828" v="14721" actId="14100"/>
        <pc:sldMkLst>
          <pc:docMk/>
          <pc:sldMk cId="4073414702" sldId="259"/>
        </pc:sldMkLst>
        <pc:spChg chg="add mod">
          <ac:chgData name="Harshita Sahu" userId="c3bcdbd82bb9af11" providerId="LiveId" clId="{7193A4A2-5A1A-43A9-AEF5-7EE65CA6236A}" dt="2025-10-15T16:56:24.828" v="14721" actId="14100"/>
          <ac:spMkLst>
            <pc:docMk/>
            <pc:sldMk cId="4073414702" sldId="259"/>
            <ac:spMk id="4" creationId="{D0EE80D4-F193-A7BB-55CA-9291F9796059}"/>
          </ac:spMkLst>
        </pc:spChg>
        <pc:spChg chg="add mod">
          <ac:chgData name="Harshita Sahu" userId="c3bcdbd82bb9af11" providerId="LiveId" clId="{7193A4A2-5A1A-43A9-AEF5-7EE65CA6236A}" dt="2025-10-15T16:55:53.223" v="14716" actId="20577"/>
          <ac:spMkLst>
            <pc:docMk/>
            <pc:sldMk cId="4073414702" sldId="259"/>
            <ac:spMk id="5" creationId="{1014DF16-B4BA-C6E5-5A75-6EA8B18914F1}"/>
          </ac:spMkLst>
        </pc:spChg>
      </pc:sldChg>
      <pc:sldChg chg="addSp delSp modSp mod">
        <pc:chgData name="Harshita Sahu" userId="c3bcdbd82bb9af11" providerId="LiveId" clId="{7193A4A2-5A1A-43A9-AEF5-7EE65CA6236A}" dt="2025-10-15T16:57:05.595" v="14729" actId="255"/>
        <pc:sldMkLst>
          <pc:docMk/>
          <pc:sldMk cId="149989117" sldId="261"/>
        </pc:sldMkLst>
        <pc:spChg chg="add mod">
          <ac:chgData name="Harshita Sahu" userId="c3bcdbd82bb9af11" providerId="LiveId" clId="{7193A4A2-5A1A-43A9-AEF5-7EE65CA6236A}" dt="2025-10-15T16:57:05.595" v="14729" actId="255"/>
          <ac:spMkLst>
            <pc:docMk/>
            <pc:sldMk cId="149989117" sldId="261"/>
            <ac:spMk id="3" creationId="{7D5B53B3-DC89-E7AE-C865-DB7E50451E23}"/>
          </ac:spMkLst>
        </pc:spChg>
      </pc:sldChg>
      <pc:sldChg chg="addSp delSp modSp new mod">
        <pc:chgData name="Harshita Sahu" userId="c3bcdbd82bb9af11" providerId="LiveId" clId="{7193A4A2-5A1A-43A9-AEF5-7EE65CA6236A}" dt="2025-10-15T17:04:34.717" v="14815" actId="20577"/>
        <pc:sldMkLst>
          <pc:docMk/>
          <pc:sldMk cId="2035935179" sldId="262"/>
        </pc:sldMkLst>
        <pc:spChg chg="mod">
          <ac:chgData name="Harshita Sahu" userId="c3bcdbd82bb9af11" providerId="LiveId" clId="{7193A4A2-5A1A-43A9-AEF5-7EE65CA6236A}" dt="2025-10-15T17:02:16.848" v="14787" actId="108"/>
          <ac:spMkLst>
            <pc:docMk/>
            <pc:sldMk cId="2035935179" sldId="262"/>
            <ac:spMk id="3" creationId="{48B934DD-2B45-25D7-387F-BEF7F4441E1E}"/>
          </ac:spMkLst>
        </pc:spChg>
        <pc:spChg chg="add mod">
          <ac:chgData name="Harshita Sahu" userId="c3bcdbd82bb9af11" providerId="LiveId" clId="{7193A4A2-5A1A-43A9-AEF5-7EE65CA6236A}" dt="2025-10-15T17:03:37.990" v="14796" actId="20577"/>
          <ac:spMkLst>
            <pc:docMk/>
            <pc:sldMk cId="2035935179" sldId="262"/>
            <ac:spMk id="5" creationId="{C7EE6C81-0F66-B221-0977-C4677CD939ED}"/>
          </ac:spMkLst>
        </pc:spChg>
        <pc:spChg chg="add mod">
          <ac:chgData name="Harshita Sahu" userId="c3bcdbd82bb9af11" providerId="LiveId" clId="{7193A4A2-5A1A-43A9-AEF5-7EE65CA6236A}" dt="2025-10-15T17:04:34.717" v="14815" actId="20577"/>
          <ac:spMkLst>
            <pc:docMk/>
            <pc:sldMk cId="2035935179" sldId="262"/>
            <ac:spMk id="7" creationId="{1D700783-423B-12BA-0505-760340190B1C}"/>
          </ac:spMkLst>
        </pc:spChg>
      </pc:sldChg>
      <pc:sldChg chg="addSp delSp modSp new mod">
        <pc:chgData name="Harshita Sahu" userId="c3bcdbd82bb9af11" providerId="LiveId" clId="{7193A4A2-5A1A-43A9-AEF5-7EE65CA6236A}" dt="2025-10-15T17:04:41.897" v="14818" actId="20577"/>
        <pc:sldMkLst>
          <pc:docMk/>
          <pc:sldMk cId="2294915969" sldId="263"/>
        </pc:sldMkLst>
        <pc:spChg chg="add mod">
          <ac:chgData name="Harshita Sahu" userId="c3bcdbd82bb9af11" providerId="LiveId" clId="{7193A4A2-5A1A-43A9-AEF5-7EE65CA6236A}" dt="2025-10-15T17:03:00.794" v="14793" actId="108"/>
          <ac:spMkLst>
            <pc:docMk/>
            <pc:sldMk cId="2294915969" sldId="263"/>
            <ac:spMk id="2" creationId="{9D3452B8-0F4B-AEA4-61B0-BDF9EEDA30DB}"/>
          </ac:spMkLst>
        </pc:spChg>
        <pc:spChg chg="add mod">
          <ac:chgData name="Harshita Sahu" userId="c3bcdbd82bb9af11" providerId="LiveId" clId="{7193A4A2-5A1A-43A9-AEF5-7EE65CA6236A}" dt="2025-10-15T17:03:50.341" v="14797" actId="20577"/>
          <ac:spMkLst>
            <pc:docMk/>
            <pc:sldMk cId="2294915969" sldId="263"/>
            <ac:spMk id="4" creationId="{5D5A30B8-B2F1-BB59-E235-DC13F916C600}"/>
          </ac:spMkLst>
        </pc:spChg>
        <pc:spChg chg="add mod">
          <ac:chgData name="Harshita Sahu" userId="c3bcdbd82bb9af11" providerId="LiveId" clId="{7193A4A2-5A1A-43A9-AEF5-7EE65CA6236A}" dt="2025-10-15T17:04:41.897" v="14818" actId="20577"/>
          <ac:spMkLst>
            <pc:docMk/>
            <pc:sldMk cId="2294915969" sldId="263"/>
            <ac:spMk id="5" creationId="{6057F2F6-4E8C-BF4B-1947-5B54952EFE16}"/>
          </ac:spMkLst>
        </pc:spChg>
      </pc:sldChg>
      <pc:sldChg chg="addSp delSp modSp new mod setBg">
        <pc:chgData name="Harshita Sahu" userId="c3bcdbd82bb9af11" providerId="LiveId" clId="{7193A4A2-5A1A-43A9-AEF5-7EE65CA6236A}" dt="2025-10-15T17:04:50.168" v="14823" actId="20577"/>
        <pc:sldMkLst>
          <pc:docMk/>
          <pc:sldMk cId="861750956" sldId="264"/>
        </pc:sldMkLst>
        <pc:spChg chg="add mod">
          <ac:chgData name="Harshita Sahu" userId="c3bcdbd82bb9af11" providerId="LiveId" clId="{7193A4A2-5A1A-43A9-AEF5-7EE65CA6236A}" dt="2025-10-15T17:02:40.096" v="14790" actId="108"/>
          <ac:spMkLst>
            <pc:docMk/>
            <pc:sldMk cId="861750956" sldId="264"/>
            <ac:spMk id="3" creationId="{044D10A9-0603-CF35-4CE4-B1D97EA14791}"/>
          </ac:spMkLst>
        </pc:spChg>
        <pc:spChg chg="add mod">
          <ac:chgData name="Harshita Sahu" userId="c3bcdbd82bb9af11" providerId="LiveId" clId="{7193A4A2-5A1A-43A9-AEF5-7EE65CA6236A}" dt="2025-10-15T17:03:55.960" v="14798" actId="20577"/>
          <ac:spMkLst>
            <pc:docMk/>
            <pc:sldMk cId="861750956" sldId="264"/>
            <ac:spMk id="4" creationId="{7DFBAFC3-8748-037E-696A-837E40667787}"/>
          </ac:spMkLst>
        </pc:spChg>
        <pc:spChg chg="add mod">
          <ac:chgData name="Harshita Sahu" userId="c3bcdbd82bb9af11" providerId="LiveId" clId="{7193A4A2-5A1A-43A9-AEF5-7EE65CA6236A}" dt="2025-10-15T17:04:50.168" v="14823" actId="20577"/>
          <ac:spMkLst>
            <pc:docMk/>
            <pc:sldMk cId="861750956" sldId="264"/>
            <ac:spMk id="5" creationId="{F7826646-D305-D0A6-E040-E87E51A15B11}"/>
          </ac:spMkLst>
        </pc:spChg>
      </pc:sldChg>
      <pc:sldChg chg="addSp delSp modSp new mod">
        <pc:chgData name="Harshita Sahu" userId="c3bcdbd82bb9af11" providerId="LiveId" clId="{7193A4A2-5A1A-43A9-AEF5-7EE65CA6236A}" dt="2025-10-15T16:54:59.667" v="14704" actId="207"/>
        <pc:sldMkLst>
          <pc:docMk/>
          <pc:sldMk cId="1831230707" sldId="265"/>
        </pc:sldMkLst>
        <pc:spChg chg="add mod">
          <ac:chgData name="Harshita Sahu" userId="c3bcdbd82bb9af11" providerId="LiveId" clId="{7193A4A2-5A1A-43A9-AEF5-7EE65CA6236A}" dt="2025-10-15T16:54:59.667" v="14704" actId="207"/>
          <ac:spMkLst>
            <pc:docMk/>
            <pc:sldMk cId="1831230707" sldId="265"/>
            <ac:spMk id="2" creationId="{13D8E509-A615-38CF-B80F-849A668E44C9}"/>
          </ac:spMkLst>
        </pc:spChg>
        <pc:spChg chg="add mod">
          <ac:chgData name="Harshita Sahu" userId="c3bcdbd82bb9af11" providerId="LiveId" clId="{7193A4A2-5A1A-43A9-AEF5-7EE65CA6236A}" dt="2025-10-15T16:54:16.749" v="14695" actId="1076"/>
          <ac:spMkLst>
            <pc:docMk/>
            <pc:sldMk cId="1831230707" sldId="265"/>
            <ac:spMk id="12" creationId="{796718CF-8EE5-C340-44A0-56EEDA5169A5}"/>
          </ac:spMkLst>
        </pc:spChg>
        <pc:spChg chg="add mod">
          <ac:chgData name="Harshita Sahu" userId="c3bcdbd82bb9af11" providerId="LiveId" clId="{7193A4A2-5A1A-43A9-AEF5-7EE65CA6236A}" dt="2025-10-15T16:54:12.125" v="14694" actId="1076"/>
          <ac:spMkLst>
            <pc:docMk/>
            <pc:sldMk cId="1831230707" sldId="265"/>
            <ac:spMk id="17" creationId="{2741594E-D8F6-33B6-346E-5B387B60B659}"/>
          </ac:spMkLst>
        </pc:spChg>
        <pc:picChg chg="add mod">
          <ac:chgData name="Harshita Sahu" userId="c3bcdbd82bb9af11" providerId="LiveId" clId="{7193A4A2-5A1A-43A9-AEF5-7EE65CA6236A}" dt="2025-10-15T16:54:07.228" v="14693" actId="1076"/>
          <ac:picMkLst>
            <pc:docMk/>
            <pc:sldMk cId="1831230707" sldId="265"/>
            <ac:picMk id="3" creationId="{9D08764F-28DA-2CF8-FF8C-454CCA4755D7}"/>
          </ac:picMkLst>
        </pc:picChg>
      </pc:sldChg>
      <pc:sldChg chg="addSp delSp modSp new mod modClrScheme chgLayout">
        <pc:chgData name="Harshita Sahu" userId="c3bcdbd82bb9af11" providerId="LiveId" clId="{7193A4A2-5A1A-43A9-AEF5-7EE65CA6236A}" dt="2025-10-15T16:42:04.326" v="14554"/>
        <pc:sldMkLst>
          <pc:docMk/>
          <pc:sldMk cId="239519652" sldId="266"/>
        </pc:sldMkLst>
        <pc:spChg chg="add mod">
          <ac:chgData name="Harshita Sahu" userId="c3bcdbd82bb9af11" providerId="LiveId" clId="{7193A4A2-5A1A-43A9-AEF5-7EE65CA6236A}" dt="2025-10-15T16:41:40.592" v="14553" actId="113"/>
          <ac:spMkLst>
            <pc:docMk/>
            <pc:sldMk cId="239519652" sldId="266"/>
            <ac:spMk id="3" creationId="{50A71DA1-0018-8A10-66EE-B0433D4838DE}"/>
          </ac:spMkLst>
        </pc:spChg>
        <pc:spChg chg="add mod">
          <ac:chgData name="Harshita Sahu" userId="c3bcdbd82bb9af11" providerId="LiveId" clId="{7193A4A2-5A1A-43A9-AEF5-7EE65CA6236A}" dt="2025-10-15T16:42:04.326" v="14554"/>
          <ac:spMkLst>
            <pc:docMk/>
            <pc:sldMk cId="239519652" sldId="266"/>
            <ac:spMk id="5" creationId="{83A7E232-3CAD-59D0-E356-61CF2043E9EA}"/>
          </ac:spMkLst>
        </pc:spChg>
      </pc:sldChg>
      <pc:sldChg chg="addSp delSp modSp new mod">
        <pc:chgData name="Harshita Sahu" userId="c3bcdbd82bb9af11" providerId="LiveId" clId="{7193A4A2-5A1A-43A9-AEF5-7EE65CA6236A}" dt="2025-10-15T16:49:23.620" v="14636" actId="20577"/>
        <pc:sldMkLst>
          <pc:docMk/>
          <pc:sldMk cId="3375551076" sldId="267"/>
        </pc:sldMkLst>
        <pc:spChg chg="add mod">
          <ac:chgData name="Harshita Sahu" userId="c3bcdbd82bb9af11" providerId="LiveId" clId="{7193A4A2-5A1A-43A9-AEF5-7EE65CA6236A}" dt="2025-10-15T16:48:20.588" v="14621" actId="1076"/>
          <ac:spMkLst>
            <pc:docMk/>
            <pc:sldMk cId="3375551076" sldId="267"/>
            <ac:spMk id="2" creationId="{703825F7-34C6-C295-A2E6-694FD395C245}"/>
          </ac:spMkLst>
        </pc:spChg>
        <pc:spChg chg="add mod">
          <ac:chgData name="Harshita Sahu" userId="c3bcdbd82bb9af11" providerId="LiveId" clId="{7193A4A2-5A1A-43A9-AEF5-7EE65CA6236A}" dt="2025-10-15T16:48:14.659" v="14620" actId="1076"/>
          <ac:spMkLst>
            <pc:docMk/>
            <pc:sldMk cId="3375551076" sldId="267"/>
            <ac:spMk id="4" creationId="{9CC90898-F1C0-C426-9180-D4187582D857}"/>
          </ac:spMkLst>
        </pc:spChg>
        <pc:spChg chg="add mod">
          <ac:chgData name="Harshita Sahu" userId="c3bcdbd82bb9af11" providerId="LiveId" clId="{7193A4A2-5A1A-43A9-AEF5-7EE65CA6236A}" dt="2025-10-15T16:49:23.620" v="14636" actId="20577"/>
          <ac:spMkLst>
            <pc:docMk/>
            <pc:sldMk cId="3375551076" sldId="267"/>
            <ac:spMk id="5" creationId="{2C75F286-41C2-469E-D4B7-5602D7C3DD91}"/>
          </ac:spMkLst>
        </pc:spChg>
        <pc:spChg chg="add mod">
          <ac:chgData name="Harshita Sahu" userId="c3bcdbd82bb9af11" providerId="LiveId" clId="{7193A4A2-5A1A-43A9-AEF5-7EE65CA6236A}" dt="2025-10-15T16:48:31.968" v="14624" actId="1076"/>
          <ac:spMkLst>
            <pc:docMk/>
            <pc:sldMk cId="3375551076" sldId="267"/>
            <ac:spMk id="6" creationId="{32C860AF-C256-D105-F7AA-D888F68366D8}"/>
          </ac:spMkLst>
        </pc:spChg>
        <pc:spChg chg="add mod">
          <ac:chgData name="Harshita Sahu" userId="c3bcdbd82bb9af11" providerId="LiveId" clId="{7193A4A2-5A1A-43A9-AEF5-7EE65CA6236A}" dt="2025-10-15T16:48:40.959" v="14627" actId="1076"/>
          <ac:spMkLst>
            <pc:docMk/>
            <pc:sldMk cId="3375551076" sldId="267"/>
            <ac:spMk id="9" creationId="{6A682A1D-647A-A674-A449-FCD9058C8FFD}"/>
          </ac:spMkLst>
        </pc:spChg>
        <pc:spChg chg="add mod">
          <ac:chgData name="Harshita Sahu" userId="c3bcdbd82bb9af11" providerId="LiveId" clId="{7193A4A2-5A1A-43A9-AEF5-7EE65CA6236A}" dt="2025-10-15T16:48:27.527" v="14623" actId="1076"/>
          <ac:spMkLst>
            <pc:docMk/>
            <pc:sldMk cId="3375551076" sldId="267"/>
            <ac:spMk id="17" creationId="{0CE45D07-D19C-E78F-9E6D-7571F5A7115E}"/>
          </ac:spMkLst>
        </pc:spChg>
        <pc:picChg chg="add mod">
          <ac:chgData name="Harshita Sahu" userId="c3bcdbd82bb9af11" providerId="LiveId" clId="{7193A4A2-5A1A-43A9-AEF5-7EE65CA6236A}" dt="2025-10-15T16:48:37.774" v="14626" actId="1076"/>
          <ac:picMkLst>
            <pc:docMk/>
            <pc:sldMk cId="3375551076" sldId="267"/>
            <ac:picMk id="8" creationId="{279C470E-6DDC-E6DC-4B6C-885A80D44C1B}"/>
          </ac:picMkLst>
        </pc:picChg>
        <pc:picChg chg="add mod">
          <ac:chgData name="Harshita Sahu" userId="c3bcdbd82bb9af11" providerId="LiveId" clId="{7193A4A2-5A1A-43A9-AEF5-7EE65CA6236A}" dt="2025-10-15T16:48:23.694" v="14622" actId="1076"/>
          <ac:picMkLst>
            <pc:docMk/>
            <pc:sldMk cId="3375551076" sldId="267"/>
            <ac:picMk id="16" creationId="{79C8113C-553A-9ABE-109B-5CE811397E1D}"/>
          </ac:picMkLst>
        </pc:picChg>
      </pc:sldChg>
      <pc:sldChg chg="addSp delSp modSp new mod">
        <pc:chgData name="Harshita Sahu" userId="c3bcdbd82bb9af11" providerId="LiveId" clId="{7193A4A2-5A1A-43A9-AEF5-7EE65CA6236A}" dt="2025-10-15T16:51:01.374" v="14659" actId="20577"/>
        <pc:sldMkLst>
          <pc:docMk/>
          <pc:sldMk cId="4204962283" sldId="268"/>
        </pc:sldMkLst>
        <pc:spChg chg="add mod">
          <ac:chgData name="Harshita Sahu" userId="c3bcdbd82bb9af11" providerId="LiveId" clId="{7193A4A2-5A1A-43A9-AEF5-7EE65CA6236A}" dt="2025-10-15T16:50:57.469" v="14657" actId="20577"/>
          <ac:spMkLst>
            <pc:docMk/>
            <pc:sldMk cId="4204962283" sldId="268"/>
            <ac:spMk id="5" creationId="{919FCCAB-03A8-0E7E-2243-345B8BA11435}"/>
          </ac:spMkLst>
        </pc:spChg>
        <pc:spChg chg="add mod">
          <ac:chgData name="Harshita Sahu" userId="c3bcdbd82bb9af11" providerId="LiveId" clId="{7193A4A2-5A1A-43A9-AEF5-7EE65CA6236A}" dt="2025-10-15T16:49:57.541" v="14643" actId="1076"/>
          <ac:spMkLst>
            <pc:docMk/>
            <pc:sldMk cId="4204962283" sldId="268"/>
            <ac:spMk id="6" creationId="{7962C0AB-8706-3359-7402-85D535D45A38}"/>
          </ac:spMkLst>
        </pc:spChg>
        <pc:spChg chg="add mod">
          <ac:chgData name="Harshita Sahu" userId="c3bcdbd82bb9af11" providerId="LiveId" clId="{7193A4A2-5A1A-43A9-AEF5-7EE65CA6236A}" dt="2025-10-15T16:49:02.062" v="14631" actId="1076"/>
          <ac:spMkLst>
            <pc:docMk/>
            <pc:sldMk cId="4204962283" sldId="268"/>
            <ac:spMk id="7" creationId="{C874DB1D-2768-C294-E0A4-198CF45007B7}"/>
          </ac:spMkLst>
        </pc:spChg>
        <pc:spChg chg="add mod">
          <ac:chgData name="Harshita Sahu" userId="c3bcdbd82bb9af11" providerId="LiveId" clId="{7193A4A2-5A1A-43A9-AEF5-7EE65CA6236A}" dt="2025-10-15T16:51:01.374" v="14659" actId="20577"/>
          <ac:spMkLst>
            <pc:docMk/>
            <pc:sldMk cId="4204962283" sldId="268"/>
            <ac:spMk id="9" creationId="{12A9EBDF-B45F-E85E-F89F-903046C694D9}"/>
          </ac:spMkLst>
        </pc:spChg>
        <pc:spChg chg="add mod">
          <ac:chgData name="Harshita Sahu" userId="c3bcdbd82bb9af11" providerId="LiveId" clId="{7193A4A2-5A1A-43A9-AEF5-7EE65CA6236A}" dt="2025-10-15T16:50:12.929" v="14647" actId="1076"/>
          <ac:spMkLst>
            <pc:docMk/>
            <pc:sldMk cId="4204962283" sldId="268"/>
            <ac:spMk id="10" creationId="{AB5C4F4F-BA5E-2861-761B-321BFD7D5CD5}"/>
          </ac:spMkLst>
        </pc:spChg>
        <pc:spChg chg="add mod">
          <ac:chgData name="Harshita Sahu" userId="c3bcdbd82bb9af11" providerId="LiveId" clId="{7193A4A2-5A1A-43A9-AEF5-7EE65CA6236A}" dt="2025-10-15T16:49:38.928" v="14639" actId="20577"/>
          <ac:spMkLst>
            <pc:docMk/>
            <pc:sldMk cId="4204962283" sldId="268"/>
            <ac:spMk id="11" creationId="{8F2CAAFA-71E3-0E0F-AA62-03DD64FBE46E}"/>
          </ac:spMkLst>
        </pc:spChg>
        <pc:picChg chg="add mod">
          <ac:chgData name="Harshita Sahu" userId="c3bcdbd82bb9af11" providerId="LiveId" clId="{7193A4A2-5A1A-43A9-AEF5-7EE65CA6236A}" dt="2025-10-15T16:49:51.652" v="14642" actId="14100"/>
          <ac:picMkLst>
            <pc:docMk/>
            <pc:sldMk cId="4204962283" sldId="268"/>
            <ac:picMk id="3" creationId="{DE10A8AE-B1B2-5F8D-582D-8DFC42C48D9F}"/>
          </ac:picMkLst>
        </pc:picChg>
        <pc:picChg chg="add mod">
          <ac:chgData name="Harshita Sahu" userId="c3bcdbd82bb9af11" providerId="LiveId" clId="{7193A4A2-5A1A-43A9-AEF5-7EE65CA6236A}" dt="2025-10-15T16:50:09.073" v="14646" actId="1076"/>
          <ac:picMkLst>
            <pc:docMk/>
            <pc:sldMk cId="4204962283" sldId="268"/>
            <ac:picMk id="8" creationId="{331B1E3E-CABE-66DC-8169-5F4FD113F0D4}"/>
          </ac:picMkLst>
        </pc:picChg>
      </pc:sldChg>
      <pc:sldChg chg="addSp delSp modSp new mod">
        <pc:chgData name="Harshita Sahu" userId="c3bcdbd82bb9af11" providerId="LiveId" clId="{7193A4A2-5A1A-43A9-AEF5-7EE65CA6236A}" dt="2025-10-15T16:53:26.628" v="14686"/>
        <pc:sldMkLst>
          <pc:docMk/>
          <pc:sldMk cId="3223624156" sldId="269"/>
        </pc:sldMkLst>
        <pc:spChg chg="add mod">
          <ac:chgData name="Harshita Sahu" userId="c3bcdbd82bb9af11" providerId="LiveId" clId="{7193A4A2-5A1A-43A9-AEF5-7EE65CA6236A}" dt="2025-10-15T16:53:14.127" v="14685" actId="1076"/>
          <ac:spMkLst>
            <pc:docMk/>
            <pc:sldMk cId="3223624156" sldId="269"/>
            <ac:spMk id="5" creationId="{C5C70108-92FB-9D55-ED8F-168C4517EEC5}"/>
          </ac:spMkLst>
        </pc:spChg>
        <pc:spChg chg="add mod">
          <ac:chgData name="Harshita Sahu" userId="c3bcdbd82bb9af11" providerId="LiveId" clId="{7193A4A2-5A1A-43A9-AEF5-7EE65CA6236A}" dt="2025-10-15T16:53:26.628" v="14686"/>
          <ac:spMkLst>
            <pc:docMk/>
            <pc:sldMk cId="3223624156" sldId="269"/>
            <ac:spMk id="8" creationId="{991DA9AC-280E-C923-0AF8-E5CCFC0F82B9}"/>
          </ac:spMkLst>
        </pc:spChg>
      </pc:sldChg>
      <pc:sldChg chg="addSp delSp modSp new mod">
        <pc:chgData name="Harshita Sahu" userId="c3bcdbd82bb9af11" providerId="LiveId" clId="{7193A4A2-5A1A-43A9-AEF5-7EE65CA6236A}" dt="2025-10-15T16:51:35.169" v="14667" actId="20577"/>
        <pc:sldMkLst>
          <pc:docMk/>
          <pc:sldMk cId="3064037625" sldId="270"/>
        </pc:sldMkLst>
        <pc:spChg chg="add mod">
          <ac:chgData name="Harshita Sahu" userId="c3bcdbd82bb9af11" providerId="LiveId" clId="{7193A4A2-5A1A-43A9-AEF5-7EE65CA6236A}" dt="2025-10-15T16:51:17.072" v="14662" actId="1076"/>
          <ac:spMkLst>
            <pc:docMk/>
            <pc:sldMk cId="3064037625" sldId="270"/>
            <ac:spMk id="2" creationId="{EC196EBA-6468-29C3-2B64-4BAE462CEA98}"/>
          </ac:spMkLst>
        </pc:spChg>
        <pc:spChg chg="add mod">
          <ac:chgData name="Harshita Sahu" userId="c3bcdbd82bb9af11" providerId="LiveId" clId="{7193A4A2-5A1A-43A9-AEF5-7EE65CA6236A}" dt="2025-10-15T16:50:51.052" v="14655" actId="1076"/>
          <ac:spMkLst>
            <pc:docMk/>
            <pc:sldMk cId="3064037625" sldId="270"/>
            <ac:spMk id="3" creationId="{7DB3C641-2836-9BDA-0964-A19581F89880}"/>
          </ac:spMkLst>
        </pc:spChg>
        <pc:spChg chg="add mod">
          <ac:chgData name="Harshita Sahu" userId="c3bcdbd82bb9af11" providerId="LiveId" clId="{7193A4A2-5A1A-43A9-AEF5-7EE65CA6236A}" dt="2025-10-15T16:51:22.829" v="14664" actId="1076"/>
          <ac:spMkLst>
            <pc:docMk/>
            <pc:sldMk cId="3064037625" sldId="270"/>
            <ac:spMk id="6" creationId="{AF57A8EB-9DA7-1187-568A-CDBCE888AA11}"/>
          </ac:spMkLst>
        </pc:spChg>
        <pc:spChg chg="add mod">
          <ac:chgData name="Harshita Sahu" userId="c3bcdbd82bb9af11" providerId="LiveId" clId="{7193A4A2-5A1A-43A9-AEF5-7EE65CA6236A}" dt="2025-10-15T16:51:06.188" v="14661" actId="20577"/>
          <ac:spMkLst>
            <pc:docMk/>
            <pc:sldMk cId="3064037625" sldId="270"/>
            <ac:spMk id="7" creationId="{91AC79A7-A01D-5BA1-C3ED-E128D12C6C56}"/>
          </ac:spMkLst>
        </pc:spChg>
        <pc:spChg chg="add mod">
          <ac:chgData name="Harshita Sahu" userId="c3bcdbd82bb9af11" providerId="LiveId" clId="{7193A4A2-5A1A-43A9-AEF5-7EE65CA6236A}" dt="2025-10-15T16:50:38.141" v="14651" actId="1076"/>
          <ac:spMkLst>
            <pc:docMk/>
            <pc:sldMk cId="3064037625" sldId="270"/>
            <ac:spMk id="11" creationId="{2B9EB57C-241B-64FB-6168-02BB9F7F1EFB}"/>
          </ac:spMkLst>
        </pc:spChg>
        <pc:spChg chg="add mod">
          <ac:chgData name="Harshita Sahu" userId="c3bcdbd82bb9af11" providerId="LiveId" clId="{7193A4A2-5A1A-43A9-AEF5-7EE65CA6236A}" dt="2025-10-15T16:50:48.261" v="14654" actId="1076"/>
          <ac:spMkLst>
            <pc:docMk/>
            <pc:sldMk cId="3064037625" sldId="270"/>
            <ac:spMk id="13" creationId="{68294EDA-F03B-E1F1-A4AD-E8B684D1F5A3}"/>
          </ac:spMkLst>
        </pc:spChg>
        <pc:spChg chg="add mod">
          <ac:chgData name="Harshita Sahu" userId="c3bcdbd82bb9af11" providerId="LiveId" clId="{7193A4A2-5A1A-43A9-AEF5-7EE65CA6236A}" dt="2025-10-15T16:51:35.169" v="14667" actId="20577"/>
          <ac:spMkLst>
            <pc:docMk/>
            <pc:sldMk cId="3064037625" sldId="270"/>
            <ac:spMk id="14" creationId="{65AE9F2F-CF4C-C362-FB60-9F908D380832}"/>
          </ac:spMkLst>
        </pc:spChg>
        <pc:picChg chg="add mod">
          <ac:chgData name="Harshita Sahu" userId="c3bcdbd82bb9af11" providerId="LiveId" clId="{7193A4A2-5A1A-43A9-AEF5-7EE65CA6236A}" dt="2025-10-15T16:51:19.540" v="14663" actId="1076"/>
          <ac:picMkLst>
            <pc:docMk/>
            <pc:sldMk cId="3064037625" sldId="270"/>
            <ac:picMk id="5" creationId="{1E16CFE0-A1E4-CB62-B769-4C64AA791DD7}"/>
          </ac:picMkLst>
        </pc:picChg>
        <pc:picChg chg="add mod">
          <ac:chgData name="Harshita Sahu" userId="c3bcdbd82bb9af11" providerId="LiveId" clId="{7193A4A2-5A1A-43A9-AEF5-7EE65CA6236A}" dt="2025-10-15T16:50:44.323" v="14653" actId="1076"/>
          <ac:picMkLst>
            <pc:docMk/>
            <pc:sldMk cId="3064037625" sldId="270"/>
            <ac:picMk id="12" creationId="{327485BE-553F-F1A4-4ECD-1008987A5C92}"/>
          </ac:picMkLst>
        </pc:picChg>
      </pc:sldChg>
      <pc:sldChg chg="addSp delSp modSp new mod">
        <pc:chgData name="Harshita Sahu" userId="c3bcdbd82bb9af11" providerId="LiveId" clId="{7193A4A2-5A1A-43A9-AEF5-7EE65CA6236A}" dt="2025-10-22T10:32:43.098" v="15024" actId="20577"/>
        <pc:sldMkLst>
          <pc:docMk/>
          <pc:sldMk cId="1124293627" sldId="271"/>
        </pc:sldMkLst>
        <pc:spChg chg="add mod">
          <ac:chgData name="Harshita Sahu" userId="c3bcdbd82bb9af11" providerId="LiveId" clId="{7193A4A2-5A1A-43A9-AEF5-7EE65CA6236A}" dt="2025-10-15T16:33:14.759" v="14346" actId="1076"/>
          <ac:spMkLst>
            <pc:docMk/>
            <pc:sldMk cId="1124293627" sldId="271"/>
            <ac:spMk id="2" creationId="{299995F3-EBB2-E0B5-7201-C282A606EBBF}"/>
          </ac:spMkLst>
        </pc:spChg>
        <pc:spChg chg="add mod">
          <ac:chgData name="Harshita Sahu" userId="c3bcdbd82bb9af11" providerId="LiveId" clId="{7193A4A2-5A1A-43A9-AEF5-7EE65CA6236A}" dt="2025-10-15T16:33:08.535" v="14345" actId="1076"/>
          <ac:spMkLst>
            <pc:docMk/>
            <pc:sldMk cId="1124293627" sldId="271"/>
            <ac:spMk id="3" creationId="{FD8277C6-C4C6-93B6-80B9-0FDFACD840A8}"/>
          </ac:spMkLst>
        </pc:spChg>
        <pc:spChg chg="add mod">
          <ac:chgData name="Harshita Sahu" userId="c3bcdbd82bb9af11" providerId="LiveId" clId="{7193A4A2-5A1A-43A9-AEF5-7EE65CA6236A}" dt="2025-10-15T16:38:05.718" v="14518" actId="14100"/>
          <ac:spMkLst>
            <pc:docMk/>
            <pc:sldMk cId="1124293627" sldId="271"/>
            <ac:spMk id="4" creationId="{3AE33F43-E36F-8477-849E-2ACC62F60C55}"/>
          </ac:spMkLst>
        </pc:spChg>
        <pc:spChg chg="add mod">
          <ac:chgData name="Harshita Sahu" userId="c3bcdbd82bb9af11" providerId="LiveId" clId="{7193A4A2-5A1A-43A9-AEF5-7EE65CA6236A}" dt="2025-10-22T10:32:23.788" v="15022" actId="20577"/>
          <ac:spMkLst>
            <pc:docMk/>
            <pc:sldMk cId="1124293627" sldId="271"/>
            <ac:spMk id="6" creationId="{76DA50F1-48AD-0413-5A20-D016A92091C6}"/>
          </ac:spMkLst>
        </pc:spChg>
        <pc:spChg chg="add mod">
          <ac:chgData name="Harshita Sahu" userId="c3bcdbd82bb9af11" providerId="LiveId" clId="{7193A4A2-5A1A-43A9-AEF5-7EE65CA6236A}" dt="2025-10-15T16:34:29.611" v="14413" actId="1076"/>
          <ac:spMkLst>
            <pc:docMk/>
            <pc:sldMk cId="1124293627" sldId="271"/>
            <ac:spMk id="7" creationId="{203058FC-C152-89DB-450C-42D41B2B0B14}"/>
          </ac:spMkLst>
        </pc:spChg>
        <pc:spChg chg="add mod">
          <ac:chgData name="Harshita Sahu" userId="c3bcdbd82bb9af11" providerId="LiveId" clId="{7193A4A2-5A1A-43A9-AEF5-7EE65CA6236A}" dt="2025-10-22T10:31:59.835" v="15020" actId="20577"/>
          <ac:spMkLst>
            <pc:docMk/>
            <pc:sldMk cId="1124293627" sldId="271"/>
            <ac:spMk id="8" creationId="{6EF39C02-BC08-12A2-FFF6-9C854276A2F5}"/>
          </ac:spMkLst>
        </pc:spChg>
        <pc:spChg chg="add mod">
          <ac:chgData name="Harshita Sahu" userId="c3bcdbd82bb9af11" providerId="LiveId" clId="{7193A4A2-5A1A-43A9-AEF5-7EE65CA6236A}" dt="2025-10-15T16:35:15.098" v="14486" actId="1076"/>
          <ac:spMkLst>
            <pc:docMk/>
            <pc:sldMk cId="1124293627" sldId="271"/>
            <ac:spMk id="9" creationId="{E2CE61D2-6F42-3112-94D3-A268BA4D19EF}"/>
          </ac:spMkLst>
        </pc:spChg>
        <pc:spChg chg="add mod">
          <ac:chgData name="Harshita Sahu" userId="c3bcdbd82bb9af11" providerId="LiveId" clId="{7193A4A2-5A1A-43A9-AEF5-7EE65CA6236A}" dt="2025-10-22T10:32:43.098" v="15024" actId="20577"/>
          <ac:spMkLst>
            <pc:docMk/>
            <pc:sldMk cId="1124293627" sldId="271"/>
            <ac:spMk id="13" creationId="{445D0D2F-B9B3-7552-3C15-6CB55A66ADBC}"/>
          </ac:spMkLst>
        </pc:spChg>
        <pc:spChg chg="add mod">
          <ac:chgData name="Harshita Sahu" userId="c3bcdbd82bb9af11" providerId="LiveId" clId="{7193A4A2-5A1A-43A9-AEF5-7EE65CA6236A}" dt="2025-10-15T16:36:39.519" v="14507" actId="1076"/>
          <ac:spMkLst>
            <pc:docMk/>
            <pc:sldMk cId="1124293627" sldId="271"/>
            <ac:spMk id="14" creationId="{1D683E57-80F4-3D8D-920C-A786FC82F7D0}"/>
          </ac:spMkLst>
        </pc:spChg>
        <pc:spChg chg="add mod">
          <ac:chgData name="Harshita Sahu" userId="c3bcdbd82bb9af11" providerId="LiveId" clId="{7193A4A2-5A1A-43A9-AEF5-7EE65CA6236A}" dt="2025-10-15T16:37:57.385" v="14517" actId="20577"/>
          <ac:spMkLst>
            <pc:docMk/>
            <pc:sldMk cId="1124293627" sldId="271"/>
            <ac:spMk id="20" creationId="{92A43FA8-EBD1-6B8D-E240-A99A2F525757}"/>
          </ac:spMkLst>
        </pc:spChg>
        <pc:spChg chg="add mod">
          <ac:chgData name="Harshita Sahu" userId="c3bcdbd82bb9af11" providerId="LiveId" clId="{7193A4A2-5A1A-43A9-AEF5-7EE65CA6236A}" dt="2025-10-22T10:31:53.077" v="15018"/>
          <ac:spMkLst>
            <pc:docMk/>
            <pc:sldMk cId="1124293627" sldId="271"/>
            <ac:spMk id="24" creationId="{28C2C1F9-00BF-4AC7-416D-7B5A754AB596}"/>
          </ac:spMkLst>
        </pc:spChg>
      </pc:sldChg>
      <pc:sldChg chg="addSp delSp modSp new mod modClrScheme chgLayout">
        <pc:chgData name="Harshita Sahu" userId="c3bcdbd82bb9af11" providerId="LiveId" clId="{7193A4A2-5A1A-43A9-AEF5-7EE65CA6236A}" dt="2025-10-15T16:39:29.479" v="14534" actId="20577"/>
        <pc:sldMkLst>
          <pc:docMk/>
          <pc:sldMk cId="2811687144" sldId="272"/>
        </pc:sldMkLst>
        <pc:spChg chg="add mod">
          <ac:chgData name="Harshita Sahu" userId="c3bcdbd82bb9af11" providerId="LiveId" clId="{7193A4A2-5A1A-43A9-AEF5-7EE65CA6236A}" dt="2025-10-15T16:38:40.193" v="14526" actId="1076"/>
          <ac:spMkLst>
            <pc:docMk/>
            <pc:sldMk cId="2811687144" sldId="272"/>
            <ac:spMk id="2" creationId="{EAAFE0CF-3B6F-339F-B204-0E3F432E7AE8}"/>
          </ac:spMkLst>
        </pc:spChg>
        <pc:spChg chg="add mod">
          <ac:chgData name="Harshita Sahu" userId="c3bcdbd82bb9af11" providerId="LiveId" clId="{7193A4A2-5A1A-43A9-AEF5-7EE65CA6236A}" dt="2025-10-15T16:38:53.495" v="14529" actId="14100"/>
          <ac:spMkLst>
            <pc:docMk/>
            <pc:sldMk cId="2811687144" sldId="272"/>
            <ac:spMk id="3" creationId="{18820D1B-72C9-4B4D-E3DF-BF0EE4C7A219}"/>
          </ac:spMkLst>
        </pc:spChg>
        <pc:spChg chg="add mod">
          <ac:chgData name="Harshita Sahu" userId="c3bcdbd82bb9af11" providerId="LiveId" clId="{7193A4A2-5A1A-43A9-AEF5-7EE65CA6236A}" dt="2025-10-15T16:38:25.977" v="14522" actId="1076"/>
          <ac:spMkLst>
            <pc:docMk/>
            <pc:sldMk cId="2811687144" sldId="272"/>
            <ac:spMk id="5" creationId="{12FFB379-04EA-2F3C-1799-62614ABBAFAE}"/>
          </ac:spMkLst>
        </pc:spChg>
        <pc:spChg chg="add mod">
          <ac:chgData name="Harshita Sahu" userId="c3bcdbd82bb9af11" providerId="LiveId" clId="{7193A4A2-5A1A-43A9-AEF5-7EE65CA6236A}" dt="2025-10-15T16:38:32.257" v="14524" actId="1076"/>
          <ac:spMkLst>
            <pc:docMk/>
            <pc:sldMk cId="2811687144" sldId="272"/>
            <ac:spMk id="7" creationId="{CADE77AD-0B0A-4F64-65DA-ED412C59806A}"/>
          </ac:spMkLst>
        </pc:spChg>
        <pc:spChg chg="add mod">
          <ac:chgData name="Harshita Sahu" userId="c3bcdbd82bb9af11" providerId="LiveId" clId="{7193A4A2-5A1A-43A9-AEF5-7EE65CA6236A}" dt="2025-10-15T16:39:29.479" v="14534" actId="20577"/>
          <ac:spMkLst>
            <pc:docMk/>
            <pc:sldMk cId="2811687144" sldId="272"/>
            <ac:spMk id="8" creationId="{6A16B555-01A4-E384-5D94-1D881ED847CC}"/>
          </ac:spMkLst>
        </pc:spChg>
        <pc:spChg chg="add mod">
          <ac:chgData name="Harshita Sahu" userId="c3bcdbd82bb9af11" providerId="LiveId" clId="{7193A4A2-5A1A-43A9-AEF5-7EE65CA6236A}" dt="2025-10-15T16:38:23.485" v="14521" actId="1076"/>
          <ac:spMkLst>
            <pc:docMk/>
            <pc:sldMk cId="2811687144" sldId="272"/>
            <ac:spMk id="9" creationId="{B5269BB5-C55B-2B6D-3196-D9CC210453AB}"/>
          </ac:spMkLst>
        </pc:spChg>
        <pc:spChg chg="add mod">
          <ac:chgData name="Harshita Sahu" userId="c3bcdbd82bb9af11" providerId="LiveId" clId="{7193A4A2-5A1A-43A9-AEF5-7EE65CA6236A}" dt="2025-10-15T16:39:07.322" v="14530" actId="1076"/>
          <ac:spMkLst>
            <pc:docMk/>
            <pc:sldMk cId="2811687144" sldId="272"/>
            <ac:spMk id="10" creationId="{2BEE872B-E694-1517-752B-255E47A112FD}"/>
          </ac:spMkLst>
        </pc:spChg>
        <pc:spChg chg="add mod">
          <ac:chgData name="Harshita Sahu" userId="c3bcdbd82bb9af11" providerId="LiveId" clId="{7193A4A2-5A1A-43A9-AEF5-7EE65CA6236A}" dt="2025-10-15T16:39:15.169" v="14531" actId="1076"/>
          <ac:spMkLst>
            <pc:docMk/>
            <pc:sldMk cId="2811687144" sldId="272"/>
            <ac:spMk id="11" creationId="{E67FB000-2F57-B5EB-1767-8B14C78803F1}"/>
          </ac:spMkLst>
        </pc:spChg>
        <pc:cxnChg chg="add mod">
          <ac:chgData name="Harshita Sahu" userId="c3bcdbd82bb9af11" providerId="LiveId" clId="{7193A4A2-5A1A-43A9-AEF5-7EE65CA6236A}" dt="2025-10-15T16:38:35.485" v="14525" actId="1076"/>
          <ac:cxnSpMkLst>
            <pc:docMk/>
            <pc:sldMk cId="2811687144" sldId="272"/>
            <ac:cxnSpMk id="4" creationId="{37332292-0BF2-1842-79F3-B5C9F6DF68DE}"/>
          </ac:cxnSpMkLst>
        </pc:cxnChg>
        <pc:cxnChg chg="add mod">
          <ac:chgData name="Harshita Sahu" userId="c3bcdbd82bb9af11" providerId="LiveId" clId="{7193A4A2-5A1A-43A9-AEF5-7EE65CA6236A}" dt="2025-10-15T16:38:28.687" v="14523" actId="1076"/>
          <ac:cxnSpMkLst>
            <pc:docMk/>
            <pc:sldMk cId="2811687144" sldId="272"/>
            <ac:cxnSpMk id="6" creationId="{D9499DD7-14C9-EA12-D4DA-D0E0AFD777F2}"/>
          </ac:cxnSpMkLst>
        </pc:cxnChg>
      </pc:sldChg>
      <pc:sldChg chg="addSp delSp modSp add mod">
        <pc:chgData name="Harshita Sahu" userId="c3bcdbd82bb9af11" providerId="LiveId" clId="{7193A4A2-5A1A-43A9-AEF5-7EE65CA6236A}" dt="2025-10-15T16:53:34.014" v="14689" actId="20577"/>
        <pc:sldMkLst>
          <pc:docMk/>
          <pc:sldMk cId="3738866217" sldId="273"/>
        </pc:sldMkLst>
        <pc:spChg chg="add mod">
          <ac:chgData name="Harshita Sahu" userId="c3bcdbd82bb9af11" providerId="LiveId" clId="{7193A4A2-5A1A-43A9-AEF5-7EE65CA6236A}" dt="2025-10-15T16:52:42.875" v="14679" actId="255"/>
          <ac:spMkLst>
            <pc:docMk/>
            <pc:sldMk cId="3738866217" sldId="273"/>
            <ac:spMk id="5" creationId="{94D8868C-EBF8-0A0F-996E-B27E27C58F69}"/>
          </ac:spMkLst>
        </pc:spChg>
        <pc:spChg chg="add mod">
          <ac:chgData name="Harshita Sahu" userId="c3bcdbd82bb9af11" providerId="LiveId" clId="{7193A4A2-5A1A-43A9-AEF5-7EE65CA6236A}" dt="2025-10-15T16:53:34.014" v="14689" actId="20577"/>
          <ac:spMkLst>
            <pc:docMk/>
            <pc:sldMk cId="3738866217" sldId="273"/>
            <ac:spMk id="6" creationId="{1A322F4D-F064-9ECB-ADF6-B5F7BB770ECF}"/>
          </ac:spMkLst>
        </pc:spChg>
      </pc:sldChg>
      <pc:sldChg chg="addSp modSp new mod">
        <pc:chgData name="Harshita Sahu" userId="c3bcdbd82bb9af11" providerId="LiveId" clId="{7193A4A2-5A1A-43A9-AEF5-7EE65CA6236A}" dt="2025-10-15T15:59:23.280" v="13083" actId="20577"/>
        <pc:sldMkLst>
          <pc:docMk/>
          <pc:sldMk cId="229343102" sldId="275"/>
        </pc:sldMkLst>
        <pc:spChg chg="mod">
          <ac:chgData name="Harshita Sahu" userId="c3bcdbd82bb9af11" providerId="LiveId" clId="{7193A4A2-5A1A-43A9-AEF5-7EE65CA6236A}" dt="2025-10-15T15:59:23.280" v="13083" actId="20577"/>
          <ac:spMkLst>
            <pc:docMk/>
            <pc:sldMk cId="229343102" sldId="275"/>
            <ac:spMk id="2" creationId="{5FF9B883-A1AD-7924-BC22-865F6FBFD23E}"/>
          </ac:spMkLst>
        </pc:spChg>
        <pc:spChg chg="mod">
          <ac:chgData name="Harshita Sahu" userId="c3bcdbd82bb9af11" providerId="LiveId" clId="{7193A4A2-5A1A-43A9-AEF5-7EE65CA6236A}" dt="2025-10-15T13:58:18.976" v="11612" actId="20577"/>
          <ac:spMkLst>
            <pc:docMk/>
            <pc:sldMk cId="229343102" sldId="275"/>
            <ac:spMk id="3" creationId="{8FA5A4AB-7383-CB5A-D423-4E541B445568}"/>
          </ac:spMkLst>
        </pc:spChg>
        <pc:spChg chg="add mod">
          <ac:chgData name="Harshita Sahu" userId="c3bcdbd82bb9af11" providerId="LiveId" clId="{7193A4A2-5A1A-43A9-AEF5-7EE65CA6236A}" dt="2025-10-15T13:58:36.445" v="11616" actId="1076"/>
          <ac:spMkLst>
            <pc:docMk/>
            <pc:sldMk cId="229343102" sldId="275"/>
            <ac:spMk id="4" creationId="{B2E322A6-6B18-C9CE-E75D-2622F58BB083}"/>
          </ac:spMkLst>
        </pc:spChg>
      </pc:sldChg>
      <pc:sldChg chg="addSp delSp modSp new mod">
        <pc:chgData name="Harshita Sahu" userId="c3bcdbd82bb9af11" providerId="LiveId" clId="{7193A4A2-5A1A-43A9-AEF5-7EE65CA6236A}" dt="2025-10-15T16:27:44.520" v="14264" actId="20577"/>
        <pc:sldMkLst>
          <pc:docMk/>
          <pc:sldMk cId="544819373" sldId="276"/>
        </pc:sldMkLst>
        <pc:spChg chg="mod">
          <ac:chgData name="Harshita Sahu" userId="c3bcdbd82bb9af11" providerId="LiveId" clId="{7193A4A2-5A1A-43A9-AEF5-7EE65CA6236A}" dt="2025-10-15T16:25:19.866" v="14244" actId="20577"/>
          <ac:spMkLst>
            <pc:docMk/>
            <pc:sldMk cId="544819373" sldId="276"/>
            <ac:spMk id="2" creationId="{4834247A-A8B0-4478-2E0E-96D36D2A8F80}"/>
          </ac:spMkLst>
        </pc:spChg>
        <pc:spChg chg="add mod">
          <ac:chgData name="Harshita Sahu" userId="c3bcdbd82bb9af11" providerId="LiveId" clId="{7193A4A2-5A1A-43A9-AEF5-7EE65CA6236A}" dt="2025-10-15T16:00:45.668" v="13102" actId="14100"/>
          <ac:spMkLst>
            <pc:docMk/>
            <pc:sldMk cId="544819373" sldId="276"/>
            <ac:spMk id="7" creationId="{79B66B1F-7368-58ED-45B1-367399092CB5}"/>
          </ac:spMkLst>
        </pc:spChg>
        <pc:spChg chg="add mod">
          <ac:chgData name="Harshita Sahu" userId="c3bcdbd82bb9af11" providerId="LiveId" clId="{7193A4A2-5A1A-43A9-AEF5-7EE65CA6236A}" dt="2025-10-15T16:27:44.520" v="14264" actId="20577"/>
          <ac:spMkLst>
            <pc:docMk/>
            <pc:sldMk cId="544819373" sldId="276"/>
            <ac:spMk id="8" creationId="{8D0921A7-8FB2-23F8-3B20-9D781D6206D4}"/>
          </ac:spMkLst>
        </pc:spChg>
      </pc:sldChg>
      <pc:sldChg chg="addSp delSp modSp new mod">
        <pc:chgData name="Harshita Sahu" userId="c3bcdbd82bb9af11" providerId="LiveId" clId="{7193A4A2-5A1A-43A9-AEF5-7EE65CA6236A}" dt="2025-10-22T10:35:31.204" v="15108" actId="20577"/>
        <pc:sldMkLst>
          <pc:docMk/>
          <pc:sldMk cId="3034635298" sldId="277"/>
        </pc:sldMkLst>
        <pc:spChg chg="add mod">
          <ac:chgData name="Harshita Sahu" userId="c3bcdbd82bb9af11" providerId="LiveId" clId="{7193A4A2-5A1A-43A9-AEF5-7EE65CA6236A}" dt="2025-10-15T16:39:56.210" v="14539" actId="1076"/>
          <ac:spMkLst>
            <pc:docMk/>
            <pc:sldMk cId="3034635298" sldId="277"/>
            <ac:spMk id="2" creationId="{30A890B3-6041-44A4-712B-C636ABDDDE71}"/>
          </ac:spMkLst>
        </pc:spChg>
        <pc:spChg chg="add mod">
          <ac:chgData name="Harshita Sahu" userId="c3bcdbd82bb9af11" providerId="LiveId" clId="{7193A4A2-5A1A-43A9-AEF5-7EE65CA6236A}" dt="2025-10-15T16:39:40.250" v="14535" actId="1076"/>
          <ac:spMkLst>
            <pc:docMk/>
            <pc:sldMk cId="3034635298" sldId="277"/>
            <ac:spMk id="3" creationId="{B45BE39B-7C7A-C246-BACA-0889FC5710A8}"/>
          </ac:spMkLst>
        </pc:spChg>
        <pc:spChg chg="add mod">
          <ac:chgData name="Harshita Sahu" userId="c3bcdbd82bb9af11" providerId="LiveId" clId="{7193A4A2-5A1A-43A9-AEF5-7EE65CA6236A}" dt="2025-10-15T16:39:46.435" v="14537" actId="1076"/>
          <ac:spMkLst>
            <pc:docMk/>
            <pc:sldMk cId="3034635298" sldId="277"/>
            <ac:spMk id="5" creationId="{99964134-216A-822E-48E2-4B76F732C7E4}"/>
          </ac:spMkLst>
        </pc:spChg>
        <pc:spChg chg="add mod">
          <ac:chgData name="Harshita Sahu" userId="c3bcdbd82bb9af11" providerId="LiveId" clId="{7193A4A2-5A1A-43A9-AEF5-7EE65CA6236A}" dt="2025-10-15T16:39:49.683" v="14538" actId="1076"/>
          <ac:spMkLst>
            <pc:docMk/>
            <pc:sldMk cId="3034635298" sldId="277"/>
            <ac:spMk id="6" creationId="{2EBB11BB-60CA-B975-B7BF-9150CB6B41D3}"/>
          </ac:spMkLst>
        </pc:spChg>
        <pc:spChg chg="add mod">
          <ac:chgData name="Harshita Sahu" userId="c3bcdbd82bb9af11" providerId="LiveId" clId="{7193A4A2-5A1A-43A9-AEF5-7EE65CA6236A}" dt="2025-10-15T16:39:57.841" v="14540"/>
          <ac:spMkLst>
            <pc:docMk/>
            <pc:sldMk cId="3034635298" sldId="277"/>
            <ac:spMk id="7" creationId="{7AD4C25A-3DA9-C6C4-A3CA-22DC53E9D7AD}"/>
          </ac:spMkLst>
        </pc:spChg>
        <pc:spChg chg="add mod">
          <ac:chgData name="Harshita Sahu" userId="c3bcdbd82bb9af11" providerId="LiveId" clId="{7193A4A2-5A1A-43A9-AEF5-7EE65CA6236A}" dt="2025-10-15T16:40:15.342" v="14543" actId="20577"/>
          <ac:spMkLst>
            <pc:docMk/>
            <pc:sldMk cId="3034635298" sldId="277"/>
            <ac:spMk id="8" creationId="{36B20F7E-A1B8-F7F1-1A0E-41DD02600021}"/>
          </ac:spMkLst>
        </pc:spChg>
        <pc:spChg chg="add mod">
          <ac:chgData name="Harshita Sahu" userId="c3bcdbd82bb9af11" providerId="LiveId" clId="{7193A4A2-5A1A-43A9-AEF5-7EE65CA6236A}" dt="2025-10-22T10:34:14.549" v="15050" actId="20577"/>
          <ac:spMkLst>
            <pc:docMk/>
            <pc:sldMk cId="3034635298" sldId="277"/>
            <ac:spMk id="11" creationId="{1C0A80C2-1C48-8D2F-4773-AB3559EF494B}"/>
          </ac:spMkLst>
        </pc:spChg>
        <pc:spChg chg="add mod">
          <ac:chgData name="Harshita Sahu" userId="c3bcdbd82bb9af11" providerId="LiveId" clId="{7193A4A2-5A1A-43A9-AEF5-7EE65CA6236A}" dt="2025-10-22T10:34:37.783" v="15079" actId="20577"/>
          <ac:spMkLst>
            <pc:docMk/>
            <pc:sldMk cId="3034635298" sldId="277"/>
            <ac:spMk id="12" creationId="{26C9C600-11E3-6D39-86DE-0F5CC9678C74}"/>
          </ac:spMkLst>
        </pc:spChg>
        <pc:spChg chg="add mod">
          <ac:chgData name="Harshita Sahu" userId="c3bcdbd82bb9af11" providerId="LiveId" clId="{7193A4A2-5A1A-43A9-AEF5-7EE65CA6236A}" dt="2025-10-22T10:35:12.536" v="15085"/>
          <ac:spMkLst>
            <pc:docMk/>
            <pc:sldMk cId="3034635298" sldId="277"/>
            <ac:spMk id="14" creationId="{A7B50E39-E1B7-0423-EF15-9BB42609E836}"/>
          </ac:spMkLst>
        </pc:spChg>
        <pc:spChg chg="add mod">
          <ac:chgData name="Harshita Sahu" userId="c3bcdbd82bb9af11" providerId="LiveId" clId="{7193A4A2-5A1A-43A9-AEF5-7EE65CA6236A}" dt="2025-10-22T10:35:31.204" v="15108" actId="20577"/>
          <ac:spMkLst>
            <pc:docMk/>
            <pc:sldMk cId="3034635298" sldId="277"/>
            <ac:spMk id="15" creationId="{615FF84F-E303-CBD7-4095-1B5230A816EF}"/>
          </ac:spMkLst>
        </pc:spChg>
        <pc:cxnChg chg="add mod">
          <ac:chgData name="Harshita Sahu" userId="c3bcdbd82bb9af11" providerId="LiveId" clId="{7193A4A2-5A1A-43A9-AEF5-7EE65CA6236A}" dt="2025-10-15T16:39:42.698" v="14536" actId="1076"/>
          <ac:cxnSpMkLst>
            <pc:docMk/>
            <pc:sldMk cId="3034635298" sldId="277"/>
            <ac:cxnSpMk id="4" creationId="{95393535-759D-FC56-B55F-FDD88779D660}"/>
          </ac:cxnSpMkLst>
        </pc:cxnChg>
        <pc:cxnChg chg="add mod">
          <ac:chgData name="Harshita Sahu" userId="c3bcdbd82bb9af11" providerId="LiveId" clId="{7193A4A2-5A1A-43A9-AEF5-7EE65CA6236A}" dt="2025-10-22T10:34:56.991" v="15084" actId="1076"/>
          <ac:cxnSpMkLst>
            <pc:docMk/>
            <pc:sldMk cId="3034635298" sldId="277"/>
            <ac:cxnSpMk id="13" creationId="{910A3CDF-CDD4-FEFB-E429-569288DDF149}"/>
          </ac:cxnSpMkLst>
        </pc:cxnChg>
      </pc:sldChg>
      <pc:sldChg chg="addSp modSp new mod">
        <pc:chgData name="Harshita Sahu" userId="c3bcdbd82bb9af11" providerId="LiveId" clId="{7193A4A2-5A1A-43A9-AEF5-7EE65CA6236A}" dt="2025-10-22T10:31:38.980" v="15017" actId="20577"/>
        <pc:sldMkLst>
          <pc:docMk/>
          <pc:sldMk cId="3929102527" sldId="278"/>
        </pc:sldMkLst>
        <pc:spChg chg="add mod">
          <ac:chgData name="Harshita Sahu" userId="c3bcdbd82bb9af11" providerId="LiveId" clId="{7193A4A2-5A1A-43A9-AEF5-7EE65CA6236A}" dt="2025-10-22T10:31:38.980" v="15017" actId="20577"/>
          <ac:spMkLst>
            <pc:docMk/>
            <pc:sldMk cId="3929102527" sldId="278"/>
            <ac:spMk id="3" creationId="{6CDDA479-CD7E-9904-2FE8-8F5C1D72DC5C}"/>
          </ac:spMkLst>
        </pc:spChg>
        <pc:spChg chg="add mod">
          <ac:chgData name="Harshita Sahu" userId="c3bcdbd82bb9af11" providerId="LiveId" clId="{7193A4A2-5A1A-43A9-AEF5-7EE65CA6236A}" dt="2025-10-15T16:25:59.464" v="14251" actId="255"/>
          <ac:spMkLst>
            <pc:docMk/>
            <pc:sldMk cId="3929102527" sldId="278"/>
            <ac:spMk id="4" creationId="{DCEBD7CF-ECF9-FA82-7824-CC2E1A204248}"/>
          </ac:spMkLst>
        </pc:spChg>
        <pc:spChg chg="add mod">
          <ac:chgData name="Harshita Sahu" userId="c3bcdbd82bb9af11" providerId="LiveId" clId="{7193A4A2-5A1A-43A9-AEF5-7EE65CA6236A}" dt="2025-10-15T16:27:36.606" v="14262" actId="20577"/>
          <ac:spMkLst>
            <pc:docMk/>
            <pc:sldMk cId="3929102527" sldId="278"/>
            <ac:spMk id="5" creationId="{D9FD6CAC-B713-E756-B268-B61296A5FC96}"/>
          </ac:spMkLst>
        </pc:spChg>
      </pc:sldChg>
      <pc:sldChg chg="addSp delSp modSp new mod ord modClrScheme chgLayout">
        <pc:chgData name="Harshita Sahu" userId="c3bcdbd82bb9af11" providerId="LiveId" clId="{7193A4A2-5A1A-43A9-AEF5-7EE65CA6236A}" dt="2025-11-10T03:44:08.067" v="36211" actId="207"/>
        <pc:sldMkLst>
          <pc:docMk/>
          <pc:sldMk cId="2338193713" sldId="294"/>
        </pc:sldMkLst>
        <pc:spChg chg="add mod ord">
          <ac:chgData name="Harshita Sahu" userId="c3bcdbd82bb9af11" providerId="LiveId" clId="{7193A4A2-5A1A-43A9-AEF5-7EE65CA6236A}" dt="2025-11-10T03:44:08.067" v="36211" actId="207"/>
          <ac:spMkLst>
            <pc:docMk/>
            <pc:sldMk cId="2338193713" sldId="294"/>
            <ac:spMk id="3" creationId="{A7E1A6B4-5256-B2E4-CF1A-4A837A8BE43E}"/>
          </ac:spMkLst>
        </pc:spChg>
        <pc:spChg chg="add mod">
          <ac:chgData name="Harshita Sahu" userId="c3bcdbd82bb9af11" providerId="LiveId" clId="{7193A4A2-5A1A-43A9-AEF5-7EE65CA6236A}" dt="2025-10-29T14:31:26.782" v="18915" actId="20577"/>
          <ac:spMkLst>
            <pc:docMk/>
            <pc:sldMk cId="2338193713" sldId="294"/>
            <ac:spMk id="4" creationId="{B606E262-0C93-572B-302E-06F30098F850}"/>
          </ac:spMkLst>
        </pc:spChg>
        <pc:spChg chg="add mod">
          <ac:chgData name="Harshita Sahu" userId="c3bcdbd82bb9af11" providerId="LiveId" clId="{7193A4A2-5A1A-43A9-AEF5-7EE65CA6236A}" dt="2025-10-29T14:50:55.538" v="19117" actId="1076"/>
          <ac:spMkLst>
            <pc:docMk/>
            <pc:sldMk cId="2338193713" sldId="294"/>
            <ac:spMk id="8" creationId="{50E9966A-FFC5-5012-F41E-464F7E74DCD7}"/>
          </ac:spMkLst>
        </pc:spChg>
        <pc:spChg chg="add mod">
          <ac:chgData name="Harshita Sahu" userId="c3bcdbd82bb9af11" providerId="LiveId" clId="{7193A4A2-5A1A-43A9-AEF5-7EE65CA6236A}" dt="2025-10-29T14:49:56.739" v="19112" actId="20577"/>
          <ac:spMkLst>
            <pc:docMk/>
            <pc:sldMk cId="2338193713" sldId="294"/>
            <ac:spMk id="11" creationId="{52849BB7-2791-4A87-FB58-50775F05ABFF}"/>
          </ac:spMkLst>
        </pc:spChg>
        <pc:picChg chg="add mod">
          <ac:chgData name="Harshita Sahu" userId="c3bcdbd82bb9af11" providerId="LiveId" clId="{7193A4A2-5A1A-43A9-AEF5-7EE65CA6236A}" dt="2025-11-01T08:17:58.823" v="31658" actId="208"/>
          <ac:picMkLst>
            <pc:docMk/>
            <pc:sldMk cId="2338193713" sldId="294"/>
            <ac:picMk id="5" creationId="{A5070353-8E1B-D705-E2B7-81991D8FDA39}"/>
          </ac:picMkLst>
        </pc:picChg>
        <pc:picChg chg="add mod">
          <ac:chgData name="Harshita Sahu" userId="c3bcdbd82bb9af11" providerId="LiveId" clId="{7193A4A2-5A1A-43A9-AEF5-7EE65CA6236A}" dt="2025-10-29T14:50:46.573" v="19116" actId="14100"/>
          <ac:picMkLst>
            <pc:docMk/>
            <pc:sldMk cId="2338193713" sldId="294"/>
            <ac:picMk id="6" creationId="{6B72F70F-2DE6-379F-9BBB-4BD8815D6B64}"/>
          </ac:picMkLst>
        </pc:picChg>
      </pc:sldChg>
      <pc:sldChg chg="addSp delSp modSp new mod ord modClrScheme chgLayout">
        <pc:chgData name="Harshita Sahu" userId="c3bcdbd82bb9af11" providerId="LiveId" clId="{7193A4A2-5A1A-43A9-AEF5-7EE65CA6236A}" dt="2025-11-10T03:44:27.310" v="36214" actId="207"/>
        <pc:sldMkLst>
          <pc:docMk/>
          <pc:sldMk cId="2676987453" sldId="296"/>
        </pc:sldMkLst>
        <pc:spChg chg="add mod">
          <ac:chgData name="Harshita Sahu" userId="c3bcdbd82bb9af11" providerId="LiveId" clId="{7193A4A2-5A1A-43A9-AEF5-7EE65CA6236A}" dt="2025-10-30T13:33:31.893" v="27178" actId="108"/>
          <ac:spMkLst>
            <pc:docMk/>
            <pc:sldMk cId="2676987453" sldId="296"/>
            <ac:spMk id="3" creationId="{464245CA-D219-5760-D583-9D0B5A572009}"/>
          </ac:spMkLst>
        </pc:spChg>
        <pc:spChg chg="add mod">
          <ac:chgData name="Harshita Sahu" userId="c3bcdbd82bb9af11" providerId="LiveId" clId="{7193A4A2-5A1A-43A9-AEF5-7EE65CA6236A}" dt="2025-10-30T14:07:06.251" v="27988" actId="1076"/>
          <ac:spMkLst>
            <pc:docMk/>
            <pc:sldMk cId="2676987453" sldId="296"/>
            <ac:spMk id="5" creationId="{746A2420-98BA-28DF-367B-D41F51BB1A02}"/>
          </ac:spMkLst>
        </pc:spChg>
        <pc:spChg chg="add mod">
          <ac:chgData name="Harshita Sahu" userId="c3bcdbd82bb9af11" providerId="LiveId" clId="{7193A4A2-5A1A-43A9-AEF5-7EE65CA6236A}" dt="2025-10-30T14:06:55.872" v="27986" actId="1076"/>
          <ac:spMkLst>
            <pc:docMk/>
            <pc:sldMk cId="2676987453" sldId="296"/>
            <ac:spMk id="6" creationId="{B9018AD6-8932-0586-FDB5-B04F52802807}"/>
          </ac:spMkLst>
        </pc:spChg>
        <pc:spChg chg="add mod ord">
          <ac:chgData name="Harshita Sahu" userId="c3bcdbd82bb9af11" providerId="LiveId" clId="{7193A4A2-5A1A-43A9-AEF5-7EE65CA6236A}" dt="2025-11-10T03:44:27.310" v="36214" actId="207"/>
          <ac:spMkLst>
            <pc:docMk/>
            <pc:sldMk cId="2676987453" sldId="296"/>
            <ac:spMk id="10" creationId="{93C8F00D-BC9A-2A4B-F3C0-8C1388B93431}"/>
          </ac:spMkLst>
        </pc:spChg>
        <pc:picChg chg="add mod">
          <ac:chgData name="Harshita Sahu" userId="c3bcdbd82bb9af11" providerId="LiveId" clId="{7193A4A2-5A1A-43A9-AEF5-7EE65CA6236A}" dt="2025-11-01T08:24:30.040" v="31706" actId="208"/>
          <ac:picMkLst>
            <pc:docMk/>
            <pc:sldMk cId="2676987453" sldId="296"/>
            <ac:picMk id="7" creationId="{4D67A36D-49DE-FE99-8D20-C0936413E277}"/>
          </ac:picMkLst>
        </pc:picChg>
        <pc:picChg chg="add mod">
          <ac:chgData name="Harshita Sahu" userId="c3bcdbd82bb9af11" providerId="LiveId" clId="{7193A4A2-5A1A-43A9-AEF5-7EE65CA6236A}" dt="2025-10-30T14:06:48.786" v="27985" actId="1076"/>
          <ac:picMkLst>
            <pc:docMk/>
            <pc:sldMk cId="2676987453" sldId="296"/>
            <ac:picMk id="9" creationId="{BBB98C01-E87F-41CC-9E25-E4D4912AD61C}"/>
          </ac:picMkLst>
        </pc:picChg>
      </pc:sldChg>
      <pc:sldChg chg="addSp delSp modSp new mod">
        <pc:chgData name="Harshita Sahu" userId="c3bcdbd82bb9af11" providerId="LiveId" clId="{7193A4A2-5A1A-43A9-AEF5-7EE65CA6236A}" dt="2025-11-01T14:36:35.664" v="36186" actId="1076"/>
        <pc:sldMkLst>
          <pc:docMk/>
          <pc:sldMk cId="3502452153" sldId="299"/>
        </pc:sldMkLst>
        <pc:spChg chg="add mod">
          <ac:chgData name="Harshita Sahu" userId="c3bcdbd82bb9af11" providerId="LiveId" clId="{7193A4A2-5A1A-43A9-AEF5-7EE65CA6236A}" dt="2025-11-01T14:36:35.664" v="36186" actId="1076"/>
          <ac:spMkLst>
            <pc:docMk/>
            <pc:sldMk cId="3502452153" sldId="299"/>
            <ac:spMk id="2" creationId="{67926FD6-1B22-D829-601F-EA867DC0A8B7}"/>
          </ac:spMkLst>
        </pc:spChg>
      </pc:sldChg>
      <pc:sldChg chg="addSp delSp modSp new mod ord">
        <pc:chgData name="Harshita Sahu" userId="c3bcdbd82bb9af11" providerId="LiveId" clId="{7193A4A2-5A1A-43A9-AEF5-7EE65CA6236A}" dt="2025-11-03T01:37:28.099" v="36190"/>
        <pc:sldMkLst>
          <pc:docMk/>
          <pc:sldMk cId="16603108" sldId="301"/>
        </pc:sldMkLst>
        <pc:spChg chg="add mod">
          <ac:chgData name="Harshita Sahu" userId="c3bcdbd82bb9af11" providerId="LiveId" clId="{7193A4A2-5A1A-43A9-AEF5-7EE65CA6236A}" dt="2025-11-01T14:35:50.867" v="36172" actId="1076"/>
          <ac:spMkLst>
            <pc:docMk/>
            <pc:sldMk cId="16603108" sldId="301"/>
            <ac:spMk id="2" creationId="{A5899F72-444A-F28F-A289-8197AEDD9A2C}"/>
          </ac:spMkLst>
        </pc:spChg>
        <pc:spChg chg="add mod">
          <ac:chgData name="Harshita Sahu" userId="c3bcdbd82bb9af11" providerId="LiveId" clId="{7193A4A2-5A1A-43A9-AEF5-7EE65CA6236A}" dt="2025-10-30T02:57:15.142" v="22413" actId="1076"/>
          <ac:spMkLst>
            <pc:docMk/>
            <pc:sldMk cId="16603108" sldId="301"/>
            <ac:spMk id="4" creationId="{533D5FE9-E9D9-9464-54E7-23700DBD255E}"/>
          </ac:spMkLst>
        </pc:spChg>
        <pc:spChg chg="add mod">
          <ac:chgData name="Harshita Sahu" userId="c3bcdbd82bb9af11" providerId="LiveId" clId="{7193A4A2-5A1A-43A9-AEF5-7EE65CA6236A}" dt="2025-10-30T01:46:58.339" v="21711" actId="20577"/>
          <ac:spMkLst>
            <pc:docMk/>
            <pc:sldMk cId="16603108" sldId="301"/>
            <ac:spMk id="9" creationId="{10B53A63-EF9E-7ADB-2A96-53630E8FC3C6}"/>
          </ac:spMkLst>
        </pc:spChg>
        <pc:spChg chg="add mod">
          <ac:chgData name="Harshita Sahu" userId="c3bcdbd82bb9af11" providerId="LiveId" clId="{7193A4A2-5A1A-43A9-AEF5-7EE65CA6236A}" dt="2025-10-30T01:49:09.458" v="21760" actId="1076"/>
          <ac:spMkLst>
            <pc:docMk/>
            <pc:sldMk cId="16603108" sldId="301"/>
            <ac:spMk id="11" creationId="{8F2CAC09-6C89-089A-6F3B-DB00886F7222}"/>
          </ac:spMkLst>
        </pc:spChg>
        <pc:spChg chg="add mod">
          <ac:chgData name="Harshita Sahu" userId="c3bcdbd82bb9af11" providerId="LiveId" clId="{7193A4A2-5A1A-43A9-AEF5-7EE65CA6236A}" dt="2025-10-30T02:57:16.229" v="22414"/>
          <ac:spMkLst>
            <pc:docMk/>
            <pc:sldMk cId="16603108" sldId="301"/>
            <ac:spMk id="13" creationId="{C3501CA7-74E3-C8D5-BD85-FB0AABF4E3F8}"/>
          </ac:spMkLst>
        </pc:spChg>
        <pc:graphicFrameChg chg="add mod modGraphic">
          <ac:chgData name="Harshita Sahu" userId="c3bcdbd82bb9af11" providerId="LiveId" clId="{7193A4A2-5A1A-43A9-AEF5-7EE65CA6236A}" dt="2025-10-30T01:48:45.434" v="21738" actId="1076"/>
          <ac:graphicFrameMkLst>
            <pc:docMk/>
            <pc:sldMk cId="16603108" sldId="301"/>
            <ac:graphicFrameMk id="10" creationId="{D2A0127D-DC5A-0594-17D6-397477037F26}"/>
          </ac:graphicFrameMkLst>
        </pc:graphicFrameChg>
        <pc:graphicFrameChg chg="add mod modGraphic">
          <ac:chgData name="Harshita Sahu" userId="c3bcdbd82bb9af11" providerId="LiveId" clId="{7193A4A2-5A1A-43A9-AEF5-7EE65CA6236A}" dt="2025-11-01T14:34:51.537" v="36132"/>
          <ac:graphicFrameMkLst>
            <pc:docMk/>
            <pc:sldMk cId="16603108" sldId="301"/>
            <ac:graphicFrameMk id="12" creationId="{469D2828-8FAC-5460-510E-53777183DA2C}"/>
          </ac:graphicFrameMkLst>
        </pc:graphicFrameChg>
        <pc:picChg chg="add mod">
          <ac:chgData name="Harshita Sahu" userId="c3bcdbd82bb9af11" providerId="LiveId" clId="{7193A4A2-5A1A-43A9-AEF5-7EE65CA6236A}" dt="2025-10-30T02:57:11.583" v="22412" actId="14100"/>
          <ac:picMkLst>
            <pc:docMk/>
            <pc:sldMk cId="16603108" sldId="301"/>
            <ac:picMk id="3" creationId="{C0868627-D9D8-E7CB-710C-B972614242B2}"/>
          </ac:picMkLst>
        </pc:picChg>
      </pc:sldChg>
      <pc:sldChg chg="addSp modSp new mod ord">
        <pc:chgData name="Harshita Sahu" userId="c3bcdbd82bb9af11" providerId="LiveId" clId="{7193A4A2-5A1A-43A9-AEF5-7EE65CA6236A}" dt="2025-10-30T09:08:09.987" v="22789"/>
        <pc:sldMkLst>
          <pc:docMk/>
          <pc:sldMk cId="2313844019" sldId="306"/>
        </pc:sldMkLst>
        <pc:spChg chg="add mod">
          <ac:chgData name="Harshita Sahu" userId="c3bcdbd82bb9af11" providerId="LiveId" clId="{7193A4A2-5A1A-43A9-AEF5-7EE65CA6236A}" dt="2025-10-30T09:08:00.484" v="22787" actId="1076"/>
          <ac:spMkLst>
            <pc:docMk/>
            <pc:sldMk cId="2313844019" sldId="306"/>
            <ac:spMk id="2" creationId="{6454B963-D739-5D79-094B-51489BA6DA35}"/>
          </ac:spMkLst>
        </pc:spChg>
      </pc:sldChg>
      <pc:sldChg chg="addSp modSp new mod">
        <pc:chgData name="Harshita Sahu" userId="c3bcdbd82bb9af11" providerId="LiveId" clId="{7193A4A2-5A1A-43A9-AEF5-7EE65CA6236A}" dt="2025-11-01T09:10:57.703" v="31811" actId="20577"/>
        <pc:sldMkLst>
          <pc:docMk/>
          <pc:sldMk cId="2624112646" sldId="307"/>
        </pc:sldMkLst>
        <pc:spChg chg="add mod">
          <ac:chgData name="Harshita Sahu" userId="c3bcdbd82bb9af11" providerId="LiveId" clId="{7193A4A2-5A1A-43A9-AEF5-7EE65CA6236A}" dt="2025-10-30T09:10:31.215" v="22824" actId="20577"/>
          <ac:spMkLst>
            <pc:docMk/>
            <pc:sldMk cId="2624112646" sldId="307"/>
            <ac:spMk id="2" creationId="{50431551-7434-78A6-792D-D8A2B3659713}"/>
          </ac:spMkLst>
        </pc:spChg>
        <pc:spChg chg="add mod">
          <ac:chgData name="Harshita Sahu" userId="c3bcdbd82bb9af11" providerId="LiveId" clId="{7193A4A2-5A1A-43A9-AEF5-7EE65CA6236A}" dt="2025-11-01T09:10:57.703" v="31811" actId="20577"/>
          <ac:spMkLst>
            <pc:docMk/>
            <pc:sldMk cId="2624112646" sldId="307"/>
            <ac:spMk id="3" creationId="{9C9DA2A7-C170-030F-1FD9-3D5E09F3FA7A}"/>
          </ac:spMkLst>
        </pc:spChg>
      </pc:sldChg>
      <pc:sldChg chg="addSp delSp modSp new mod">
        <pc:chgData name="Harshita Sahu" userId="c3bcdbd82bb9af11" providerId="LiveId" clId="{7193A4A2-5A1A-43A9-AEF5-7EE65CA6236A}" dt="2025-11-10T03:57:06.461" v="36233" actId="2165"/>
        <pc:sldMkLst>
          <pc:docMk/>
          <pc:sldMk cId="4084141408" sldId="308"/>
        </pc:sldMkLst>
        <pc:spChg chg="add mod">
          <ac:chgData name="Harshita Sahu" userId="c3bcdbd82bb9af11" providerId="LiveId" clId="{7193A4A2-5A1A-43A9-AEF5-7EE65CA6236A}" dt="2025-10-30T10:54:14.093" v="24305" actId="108"/>
          <ac:spMkLst>
            <pc:docMk/>
            <pc:sldMk cId="4084141408" sldId="308"/>
            <ac:spMk id="5" creationId="{B74B6333-F8ED-084B-B5EB-4A2D09EA99A6}"/>
          </ac:spMkLst>
        </pc:spChg>
        <pc:graphicFrameChg chg="add mod modGraphic">
          <ac:chgData name="Harshita Sahu" userId="c3bcdbd82bb9af11" providerId="LiveId" clId="{7193A4A2-5A1A-43A9-AEF5-7EE65CA6236A}" dt="2025-11-10T03:57:06.461" v="36233" actId="2165"/>
          <ac:graphicFrameMkLst>
            <pc:docMk/>
            <pc:sldMk cId="4084141408" sldId="308"/>
            <ac:graphicFrameMk id="2" creationId="{F097B561-C670-48E6-F45E-729D5E79852E}"/>
          </ac:graphicFrameMkLst>
        </pc:graphicFrameChg>
      </pc:sldChg>
      <pc:sldChg chg="addSp delSp modSp new mod modClrScheme chgLayout">
        <pc:chgData name="Harshita Sahu" userId="c3bcdbd82bb9af11" providerId="LiveId" clId="{7193A4A2-5A1A-43A9-AEF5-7EE65CA6236A}" dt="2025-11-10T03:43:52.536" v="36208" actId="207"/>
        <pc:sldMkLst>
          <pc:docMk/>
          <pc:sldMk cId="613137271" sldId="309"/>
        </pc:sldMkLst>
        <pc:spChg chg="add mod">
          <ac:chgData name="Harshita Sahu" userId="c3bcdbd82bb9af11" providerId="LiveId" clId="{7193A4A2-5A1A-43A9-AEF5-7EE65CA6236A}" dt="2025-10-30T11:55:13.142" v="24471" actId="20577"/>
          <ac:spMkLst>
            <pc:docMk/>
            <pc:sldMk cId="613137271" sldId="309"/>
            <ac:spMk id="2" creationId="{E31BD8F0-9084-FFEC-BE93-4C098AC35C66}"/>
          </ac:spMkLst>
        </pc:spChg>
        <pc:spChg chg="add mod">
          <ac:chgData name="Harshita Sahu" userId="c3bcdbd82bb9af11" providerId="LiveId" clId="{7193A4A2-5A1A-43A9-AEF5-7EE65CA6236A}" dt="2025-11-10T03:43:52.536" v="36208" actId="207"/>
          <ac:spMkLst>
            <pc:docMk/>
            <pc:sldMk cId="613137271" sldId="309"/>
            <ac:spMk id="8" creationId="{8AD8863C-21A6-5411-16E2-4248033B5556}"/>
          </ac:spMkLst>
        </pc:spChg>
        <pc:picChg chg="add mod">
          <ac:chgData name="Harshita Sahu" userId="c3bcdbd82bb9af11" providerId="LiveId" clId="{7193A4A2-5A1A-43A9-AEF5-7EE65CA6236A}" dt="2025-11-01T08:08:06.269" v="31640" actId="208"/>
          <ac:picMkLst>
            <pc:docMk/>
            <pc:sldMk cId="613137271" sldId="309"/>
            <ac:picMk id="5" creationId="{A63D13E8-342F-75B9-3EF8-FBDD819E6A3F}"/>
          </ac:picMkLst>
        </pc:picChg>
      </pc:sldChg>
      <pc:sldChg chg="addSp delSp modSp new mod">
        <pc:chgData name="Harshita Sahu" userId="c3bcdbd82bb9af11" providerId="LiveId" clId="{7193A4A2-5A1A-43A9-AEF5-7EE65CA6236A}" dt="2025-11-10T03:43:57.996" v="36209" actId="207"/>
        <pc:sldMkLst>
          <pc:docMk/>
          <pc:sldMk cId="2136287208" sldId="310"/>
        </pc:sldMkLst>
        <pc:spChg chg="mod">
          <ac:chgData name="Harshita Sahu" userId="c3bcdbd82bb9af11" providerId="LiveId" clId="{7193A4A2-5A1A-43A9-AEF5-7EE65CA6236A}" dt="2025-11-10T03:43:57.996" v="36209" actId="207"/>
          <ac:spMkLst>
            <pc:docMk/>
            <pc:sldMk cId="2136287208" sldId="310"/>
            <ac:spMk id="2" creationId="{140D0A82-9DFA-6862-84CF-C42C29ACD078}"/>
          </ac:spMkLst>
        </pc:spChg>
        <pc:spChg chg="add mod">
          <ac:chgData name="Harshita Sahu" userId="c3bcdbd82bb9af11" providerId="LiveId" clId="{7193A4A2-5A1A-43A9-AEF5-7EE65CA6236A}" dt="2025-10-30T12:24:17.919" v="24932" actId="20577"/>
          <ac:spMkLst>
            <pc:docMk/>
            <pc:sldMk cId="2136287208" sldId="310"/>
            <ac:spMk id="6" creationId="{7F9FA77A-731E-5984-779F-27EA447BD153}"/>
          </ac:spMkLst>
        </pc:spChg>
        <pc:spChg chg="add mod">
          <ac:chgData name="Harshita Sahu" userId="c3bcdbd82bb9af11" providerId="LiveId" clId="{7193A4A2-5A1A-43A9-AEF5-7EE65CA6236A}" dt="2025-10-30T12:26:25.005" v="24948" actId="1076"/>
          <ac:spMkLst>
            <pc:docMk/>
            <pc:sldMk cId="2136287208" sldId="310"/>
            <ac:spMk id="8" creationId="{EF80B1B0-D9C0-A11C-89E4-13D3A70D1C92}"/>
          </ac:spMkLst>
        </pc:spChg>
        <pc:picChg chg="add mod">
          <ac:chgData name="Harshita Sahu" userId="c3bcdbd82bb9af11" providerId="LiveId" clId="{7193A4A2-5A1A-43A9-AEF5-7EE65CA6236A}" dt="2025-10-30T12:26:00.656" v="24946" actId="1076"/>
          <ac:picMkLst>
            <pc:docMk/>
            <pc:sldMk cId="2136287208" sldId="310"/>
            <ac:picMk id="5" creationId="{72EF0FF8-6EF9-5D87-96E9-F9414085F639}"/>
          </ac:picMkLst>
        </pc:picChg>
        <pc:picChg chg="add mod">
          <ac:chgData name="Harshita Sahu" userId="c3bcdbd82bb9af11" providerId="LiveId" clId="{7193A4A2-5A1A-43A9-AEF5-7EE65CA6236A}" dt="2025-10-30T12:25:44.248" v="24943" actId="14100"/>
          <ac:picMkLst>
            <pc:docMk/>
            <pc:sldMk cId="2136287208" sldId="310"/>
            <ac:picMk id="7" creationId="{C8993975-AB35-9D9B-28D1-776F6F9178BA}"/>
          </ac:picMkLst>
        </pc:picChg>
      </pc:sldChg>
      <pc:sldChg chg="addSp delSp modSp new mod">
        <pc:chgData name="Harshita Sahu" userId="c3bcdbd82bb9af11" providerId="LiveId" clId="{7193A4A2-5A1A-43A9-AEF5-7EE65CA6236A}" dt="2025-11-10T03:44:17.541" v="36213" actId="207"/>
        <pc:sldMkLst>
          <pc:docMk/>
          <pc:sldMk cId="1164160981" sldId="311"/>
        </pc:sldMkLst>
        <pc:spChg chg="mod">
          <ac:chgData name="Harshita Sahu" userId="c3bcdbd82bb9af11" providerId="LiveId" clId="{7193A4A2-5A1A-43A9-AEF5-7EE65CA6236A}" dt="2025-11-10T03:44:17.541" v="36213" actId="207"/>
          <ac:spMkLst>
            <pc:docMk/>
            <pc:sldMk cId="1164160981" sldId="311"/>
            <ac:spMk id="2" creationId="{6F5749BA-9EAE-D2D4-99FE-807BF6EAE589}"/>
          </ac:spMkLst>
        </pc:spChg>
        <pc:spChg chg="add mod">
          <ac:chgData name="Harshita Sahu" userId="c3bcdbd82bb9af11" providerId="LiveId" clId="{7193A4A2-5A1A-43A9-AEF5-7EE65CA6236A}" dt="2025-10-30T13:12:07.106" v="26378" actId="108"/>
          <ac:spMkLst>
            <pc:docMk/>
            <pc:sldMk cId="1164160981" sldId="311"/>
            <ac:spMk id="4" creationId="{0D9C3DA1-DE95-BF86-19C8-5A50A8F49F6F}"/>
          </ac:spMkLst>
        </pc:spChg>
        <pc:picChg chg="add mod">
          <ac:chgData name="Harshita Sahu" userId="c3bcdbd82bb9af11" providerId="LiveId" clId="{7193A4A2-5A1A-43A9-AEF5-7EE65CA6236A}" dt="2025-10-30T13:10:33.307" v="26340" actId="208"/>
          <ac:picMkLst>
            <pc:docMk/>
            <pc:sldMk cId="1164160981" sldId="311"/>
            <ac:picMk id="6" creationId="{F7A7DDD4-442F-E365-F9DB-9E7D9BE466AF}"/>
          </ac:picMkLst>
        </pc:picChg>
        <pc:picChg chg="add mod">
          <ac:chgData name="Harshita Sahu" userId="c3bcdbd82bb9af11" providerId="LiveId" clId="{7193A4A2-5A1A-43A9-AEF5-7EE65CA6236A}" dt="2025-10-30T13:26:48.906" v="27167" actId="14100"/>
          <ac:picMkLst>
            <pc:docMk/>
            <pc:sldMk cId="1164160981" sldId="311"/>
            <ac:picMk id="7" creationId="{D21A3A7F-7DE9-FD94-6A35-2F16EDD581C0}"/>
          </ac:picMkLst>
        </pc:picChg>
      </pc:sldChg>
      <pc:sldChg chg="addSp delSp modSp new mod">
        <pc:chgData name="Harshita Sahu" userId="c3bcdbd82bb9af11" providerId="LiveId" clId="{7193A4A2-5A1A-43A9-AEF5-7EE65CA6236A}" dt="2025-11-01T12:20:03.957" v="32907" actId="20577"/>
        <pc:sldMkLst>
          <pc:docMk/>
          <pc:sldMk cId="1965703301" sldId="312"/>
        </pc:sldMkLst>
        <pc:spChg chg="mod">
          <ac:chgData name="Harshita Sahu" userId="c3bcdbd82bb9af11" providerId="LiveId" clId="{7193A4A2-5A1A-43A9-AEF5-7EE65CA6236A}" dt="2025-11-01T12:20:03.957" v="32907" actId="20577"/>
          <ac:spMkLst>
            <pc:docMk/>
            <pc:sldMk cId="1965703301" sldId="312"/>
            <ac:spMk id="2" creationId="{CF03319C-F6D1-164C-902A-5A8BDB1687D9}"/>
          </ac:spMkLst>
        </pc:spChg>
        <pc:spChg chg="add mod">
          <ac:chgData name="Harshita Sahu" userId="c3bcdbd82bb9af11" providerId="LiveId" clId="{7193A4A2-5A1A-43A9-AEF5-7EE65CA6236A}" dt="2025-10-30T15:12:02.497" v="28775" actId="108"/>
          <ac:spMkLst>
            <pc:docMk/>
            <pc:sldMk cId="1965703301" sldId="312"/>
            <ac:spMk id="5" creationId="{B9D6D00B-5D27-00EB-8F9D-F8638F052E10}"/>
          </ac:spMkLst>
        </pc:spChg>
        <pc:picChg chg="add mod">
          <ac:chgData name="Harshita Sahu" userId="c3bcdbd82bb9af11" providerId="LiveId" clId="{7193A4A2-5A1A-43A9-AEF5-7EE65CA6236A}" dt="2025-10-30T15:27:40.899" v="29358" actId="14100"/>
          <ac:picMkLst>
            <pc:docMk/>
            <pc:sldMk cId="1965703301" sldId="312"/>
            <ac:picMk id="8" creationId="{F408A5B9-6B3C-C204-E3BF-5B4B91EEC871}"/>
          </ac:picMkLst>
        </pc:picChg>
        <pc:picChg chg="add mod">
          <ac:chgData name="Harshita Sahu" userId="c3bcdbd82bb9af11" providerId="LiveId" clId="{7193A4A2-5A1A-43A9-AEF5-7EE65CA6236A}" dt="2025-10-30T15:27:44.508" v="29359" actId="14100"/>
          <ac:picMkLst>
            <pc:docMk/>
            <pc:sldMk cId="1965703301" sldId="312"/>
            <ac:picMk id="10" creationId="{9730BA86-E5DF-4F63-6D89-E21418A77F7C}"/>
          </ac:picMkLst>
        </pc:picChg>
      </pc:sldChg>
      <pc:sldChg chg="addSp delSp modSp new mod">
        <pc:chgData name="Harshita Sahu" userId="c3bcdbd82bb9af11" providerId="LiveId" clId="{7193A4A2-5A1A-43A9-AEF5-7EE65CA6236A}" dt="2025-11-10T13:38:24.208" v="36261" actId="20577"/>
        <pc:sldMkLst>
          <pc:docMk/>
          <pc:sldMk cId="1824539784" sldId="313"/>
        </pc:sldMkLst>
        <pc:spChg chg="mod">
          <ac:chgData name="Harshita Sahu" userId="c3bcdbd82bb9af11" providerId="LiveId" clId="{7193A4A2-5A1A-43A9-AEF5-7EE65CA6236A}" dt="2025-11-10T13:38:24.208" v="36261" actId="20577"/>
          <ac:spMkLst>
            <pc:docMk/>
            <pc:sldMk cId="1824539784" sldId="313"/>
            <ac:spMk id="2" creationId="{80313DA1-0DF3-F7D9-E7AE-E77C7D0653F7}"/>
          </ac:spMkLst>
        </pc:spChg>
        <pc:spChg chg="add mod">
          <ac:chgData name="Harshita Sahu" userId="c3bcdbd82bb9af11" providerId="LiveId" clId="{7193A4A2-5A1A-43A9-AEF5-7EE65CA6236A}" dt="2025-10-30T14:44:13.136" v="28083" actId="20577"/>
          <ac:spMkLst>
            <pc:docMk/>
            <pc:sldMk cId="1824539784" sldId="313"/>
            <ac:spMk id="6" creationId="{80182C2C-FC5B-CD56-364A-DFB98335EF0B}"/>
          </ac:spMkLst>
        </pc:spChg>
        <pc:picChg chg="add mod">
          <ac:chgData name="Harshita Sahu" userId="c3bcdbd82bb9af11" providerId="LiveId" clId="{7193A4A2-5A1A-43A9-AEF5-7EE65CA6236A}" dt="2025-10-30T14:49:31.554" v="28100" actId="14100"/>
          <ac:picMkLst>
            <pc:docMk/>
            <pc:sldMk cId="1824539784" sldId="313"/>
            <ac:picMk id="5" creationId="{5897242C-6C52-0927-A67B-01ADCED4FE11}"/>
          </ac:picMkLst>
        </pc:picChg>
        <pc:picChg chg="add mod">
          <ac:chgData name="Harshita Sahu" userId="c3bcdbd82bb9af11" providerId="LiveId" clId="{7193A4A2-5A1A-43A9-AEF5-7EE65CA6236A}" dt="2025-10-30T15:05:18.155" v="28764" actId="208"/>
          <ac:picMkLst>
            <pc:docMk/>
            <pc:sldMk cId="1824539784" sldId="313"/>
            <ac:picMk id="10" creationId="{E777B300-FDB4-84C9-B868-73E714ADA1BC}"/>
          </ac:picMkLst>
        </pc:picChg>
      </pc:sldChg>
      <pc:sldChg chg="addSp delSp modSp new mod">
        <pc:chgData name="Harshita Sahu" userId="c3bcdbd82bb9af11" providerId="LiveId" clId="{7193A4A2-5A1A-43A9-AEF5-7EE65CA6236A}" dt="2025-11-10T03:44:47.920" v="36218" actId="207"/>
        <pc:sldMkLst>
          <pc:docMk/>
          <pc:sldMk cId="1204223559" sldId="314"/>
        </pc:sldMkLst>
        <pc:spChg chg="mod">
          <ac:chgData name="Harshita Sahu" userId="c3bcdbd82bb9af11" providerId="LiveId" clId="{7193A4A2-5A1A-43A9-AEF5-7EE65CA6236A}" dt="2025-11-10T03:44:47.920" v="36218" actId="207"/>
          <ac:spMkLst>
            <pc:docMk/>
            <pc:sldMk cId="1204223559" sldId="314"/>
            <ac:spMk id="2" creationId="{91BAE757-E823-372B-1F62-449C047B5DB4}"/>
          </ac:spMkLst>
        </pc:spChg>
        <pc:spChg chg="add mod">
          <ac:chgData name="Harshita Sahu" userId="c3bcdbd82bb9af11" providerId="LiveId" clId="{7193A4A2-5A1A-43A9-AEF5-7EE65CA6236A}" dt="2025-10-30T16:18:50.315" v="29398" actId="20577"/>
          <ac:spMkLst>
            <pc:docMk/>
            <pc:sldMk cId="1204223559" sldId="314"/>
            <ac:spMk id="6" creationId="{EA9E8C62-6442-95B5-E8C9-6D229043A422}"/>
          </ac:spMkLst>
        </pc:spChg>
        <pc:picChg chg="add mod">
          <ac:chgData name="Harshita Sahu" userId="c3bcdbd82bb9af11" providerId="LiveId" clId="{7193A4A2-5A1A-43A9-AEF5-7EE65CA6236A}" dt="2025-10-31T00:26:29.421" v="29934" actId="14100"/>
          <ac:picMkLst>
            <pc:docMk/>
            <pc:sldMk cId="1204223559" sldId="314"/>
            <ac:picMk id="5" creationId="{7E42EF86-CD24-D1D1-D32F-34AE841D8816}"/>
          </ac:picMkLst>
        </pc:picChg>
        <pc:picChg chg="add mod">
          <ac:chgData name="Harshita Sahu" userId="c3bcdbd82bb9af11" providerId="LiveId" clId="{7193A4A2-5A1A-43A9-AEF5-7EE65CA6236A}" dt="2025-10-31T00:26:33.931" v="29935" actId="14100"/>
          <ac:picMkLst>
            <pc:docMk/>
            <pc:sldMk cId="1204223559" sldId="314"/>
            <ac:picMk id="8" creationId="{20196CA4-8F61-46DD-81EB-1E3EC94D3817}"/>
          </ac:picMkLst>
        </pc:picChg>
      </pc:sldChg>
      <pc:sldChg chg="addSp delSp modSp new mod">
        <pc:chgData name="Harshita Sahu" userId="c3bcdbd82bb9af11" providerId="LiveId" clId="{7193A4A2-5A1A-43A9-AEF5-7EE65CA6236A}" dt="2025-11-10T03:44:57.059" v="36220" actId="207"/>
        <pc:sldMkLst>
          <pc:docMk/>
          <pc:sldMk cId="4069767752" sldId="315"/>
        </pc:sldMkLst>
        <pc:spChg chg="mod">
          <ac:chgData name="Harshita Sahu" userId="c3bcdbd82bb9af11" providerId="LiveId" clId="{7193A4A2-5A1A-43A9-AEF5-7EE65CA6236A}" dt="2025-11-10T03:44:57.059" v="36220" actId="207"/>
          <ac:spMkLst>
            <pc:docMk/>
            <pc:sldMk cId="4069767752" sldId="315"/>
            <ac:spMk id="2" creationId="{E64203B4-F9F9-225A-189C-453F0D5CBA84}"/>
          </ac:spMkLst>
        </pc:spChg>
        <pc:spChg chg="add mod">
          <ac:chgData name="Harshita Sahu" userId="c3bcdbd82bb9af11" providerId="LiveId" clId="{7193A4A2-5A1A-43A9-AEF5-7EE65CA6236A}" dt="2025-10-31T00:44:47.361" v="30096" actId="20577"/>
          <ac:spMkLst>
            <pc:docMk/>
            <pc:sldMk cId="4069767752" sldId="315"/>
            <ac:spMk id="4" creationId="{63131747-03E9-531E-ADE2-13BA0D4C4279}"/>
          </ac:spMkLst>
        </pc:spChg>
        <pc:picChg chg="add mod">
          <ac:chgData name="Harshita Sahu" userId="c3bcdbd82bb9af11" providerId="LiveId" clId="{7193A4A2-5A1A-43A9-AEF5-7EE65CA6236A}" dt="2025-10-31T00:57:09.235" v="30929" actId="1076"/>
          <ac:picMkLst>
            <pc:docMk/>
            <pc:sldMk cId="4069767752" sldId="315"/>
            <ac:picMk id="6" creationId="{5898304B-AD00-C44D-C193-3E0B39750D9C}"/>
          </ac:picMkLst>
        </pc:picChg>
      </pc:sldChg>
      <pc:sldChg chg="addSp delSp modSp new mod">
        <pc:chgData name="Harshita Sahu" userId="c3bcdbd82bb9af11" providerId="LiveId" clId="{7193A4A2-5A1A-43A9-AEF5-7EE65CA6236A}" dt="2025-11-10T03:45:05.908" v="36222" actId="207"/>
        <pc:sldMkLst>
          <pc:docMk/>
          <pc:sldMk cId="1881414740" sldId="316"/>
        </pc:sldMkLst>
        <pc:spChg chg="mod">
          <ac:chgData name="Harshita Sahu" userId="c3bcdbd82bb9af11" providerId="LiveId" clId="{7193A4A2-5A1A-43A9-AEF5-7EE65CA6236A}" dt="2025-11-10T03:45:05.908" v="36222" actId="207"/>
          <ac:spMkLst>
            <pc:docMk/>
            <pc:sldMk cId="1881414740" sldId="316"/>
            <ac:spMk id="2" creationId="{0A9EAC8F-67B4-31A9-82E0-D5FAD84E67BE}"/>
          </ac:spMkLst>
        </pc:spChg>
        <pc:spChg chg="add mod">
          <ac:chgData name="Harshita Sahu" userId="c3bcdbd82bb9af11" providerId="LiveId" clId="{7193A4A2-5A1A-43A9-AEF5-7EE65CA6236A}" dt="2025-11-01T12:27:12.417" v="32914" actId="20577"/>
          <ac:spMkLst>
            <pc:docMk/>
            <pc:sldMk cId="1881414740" sldId="316"/>
            <ac:spMk id="6" creationId="{9EDE1087-FE8A-C6FC-8082-885188F8ED3B}"/>
          </ac:spMkLst>
        </pc:spChg>
        <pc:picChg chg="add mod">
          <ac:chgData name="Harshita Sahu" userId="c3bcdbd82bb9af11" providerId="LiveId" clId="{7193A4A2-5A1A-43A9-AEF5-7EE65CA6236A}" dt="2025-11-01T08:32:14.441" v="31725" actId="208"/>
          <ac:picMkLst>
            <pc:docMk/>
            <pc:sldMk cId="1881414740" sldId="316"/>
            <ac:picMk id="4" creationId="{C841A18B-501D-4B19-B05D-0712A8DE4946}"/>
          </ac:picMkLst>
        </pc:picChg>
      </pc:sldChg>
      <pc:sldChg chg="addSp delSp modSp new mod">
        <pc:chgData name="Harshita Sahu" userId="c3bcdbd82bb9af11" providerId="LiveId" clId="{7193A4A2-5A1A-43A9-AEF5-7EE65CA6236A}" dt="2025-11-01T12:41:37.864" v="33111" actId="313"/>
        <pc:sldMkLst>
          <pc:docMk/>
          <pc:sldMk cId="2172536122" sldId="317"/>
        </pc:sldMkLst>
        <pc:spChg chg="add mod">
          <ac:chgData name="Harshita Sahu" userId="c3bcdbd82bb9af11" providerId="LiveId" clId="{7193A4A2-5A1A-43A9-AEF5-7EE65CA6236A}" dt="2025-11-01T12:41:37.864" v="33111" actId="313"/>
          <ac:spMkLst>
            <pc:docMk/>
            <pc:sldMk cId="2172536122" sldId="317"/>
            <ac:spMk id="6" creationId="{CA37F0F8-94F8-FF94-D5D7-A8D6755D4EC9}"/>
          </ac:spMkLst>
        </pc:spChg>
        <pc:spChg chg="add mod">
          <ac:chgData name="Harshita Sahu" userId="c3bcdbd82bb9af11" providerId="LiveId" clId="{7193A4A2-5A1A-43A9-AEF5-7EE65CA6236A}" dt="2025-11-01T12:35:51.005" v="32935" actId="108"/>
          <ac:spMkLst>
            <pc:docMk/>
            <pc:sldMk cId="2172536122" sldId="317"/>
            <ac:spMk id="8" creationId="{3ACDC9A6-DE29-3CB1-6D54-136D9CE32991}"/>
          </ac:spMkLst>
        </pc:spChg>
        <pc:graphicFrameChg chg="add mod modGraphic">
          <ac:chgData name="Harshita Sahu" userId="c3bcdbd82bb9af11" providerId="LiveId" clId="{7193A4A2-5A1A-43A9-AEF5-7EE65CA6236A}" dt="2025-11-01T12:38:02.059" v="32974" actId="14100"/>
          <ac:graphicFrameMkLst>
            <pc:docMk/>
            <pc:sldMk cId="2172536122" sldId="317"/>
            <ac:graphicFrameMk id="5" creationId="{B0C12D32-E97F-D2CA-1A68-AC8AD49D350F}"/>
          </ac:graphicFrameMkLst>
        </pc:graphicFrameChg>
      </pc:sldChg>
      <pc:sldChg chg="addSp delSp modSp new mod">
        <pc:chgData name="Harshita Sahu" userId="c3bcdbd82bb9af11" providerId="LiveId" clId="{7193A4A2-5A1A-43A9-AEF5-7EE65CA6236A}" dt="2025-11-01T11:59:44.148" v="32867" actId="20577"/>
        <pc:sldMkLst>
          <pc:docMk/>
          <pc:sldMk cId="1895579466" sldId="318"/>
        </pc:sldMkLst>
        <pc:spChg chg="add mod">
          <ac:chgData name="Harshita Sahu" userId="c3bcdbd82bb9af11" providerId="LiveId" clId="{7193A4A2-5A1A-43A9-AEF5-7EE65CA6236A}" dt="2025-11-01T10:35:50.509" v="31820" actId="122"/>
          <ac:spMkLst>
            <pc:docMk/>
            <pc:sldMk cId="1895579466" sldId="318"/>
            <ac:spMk id="4" creationId="{DA493D2A-695C-033B-5BA7-956B60D428A6}"/>
          </ac:spMkLst>
        </pc:spChg>
        <pc:graphicFrameChg chg="add mod modGraphic">
          <ac:chgData name="Harshita Sahu" userId="c3bcdbd82bb9af11" providerId="LiveId" clId="{7193A4A2-5A1A-43A9-AEF5-7EE65CA6236A}" dt="2025-11-01T11:59:44.148" v="32867" actId="20577"/>
          <ac:graphicFrameMkLst>
            <pc:docMk/>
            <pc:sldMk cId="1895579466" sldId="318"/>
            <ac:graphicFrameMk id="6" creationId="{820042EB-2AB8-F63C-6EBC-C0A065272297}"/>
          </ac:graphicFrameMkLst>
        </pc:graphicFrameChg>
      </pc:sldChg>
      <pc:sldChg chg="addSp modSp new mod">
        <pc:chgData name="Harshita Sahu" userId="c3bcdbd82bb9af11" providerId="LiveId" clId="{7193A4A2-5A1A-43A9-AEF5-7EE65CA6236A}" dt="2025-11-10T03:43:45.590" v="36207" actId="207"/>
        <pc:sldMkLst>
          <pc:docMk/>
          <pc:sldMk cId="1267689829" sldId="320"/>
        </pc:sldMkLst>
        <pc:spChg chg="add mod">
          <ac:chgData name="Harshita Sahu" userId="c3bcdbd82bb9af11" providerId="LiveId" clId="{7193A4A2-5A1A-43A9-AEF5-7EE65CA6236A}" dt="2025-11-01T10:40:22.438" v="31843"/>
          <ac:spMkLst>
            <pc:docMk/>
            <pc:sldMk cId="1267689829" sldId="320"/>
            <ac:spMk id="2" creationId="{8B7DA844-DE5E-F024-95F9-63C33BABD5AB}"/>
          </ac:spMkLst>
        </pc:spChg>
        <pc:spChg chg="add mod">
          <ac:chgData name="Harshita Sahu" userId="c3bcdbd82bb9af11" providerId="LiveId" clId="{7193A4A2-5A1A-43A9-AEF5-7EE65CA6236A}" dt="2025-11-10T03:43:45.590" v="36207" actId="207"/>
          <ac:spMkLst>
            <pc:docMk/>
            <pc:sldMk cId="1267689829" sldId="320"/>
            <ac:spMk id="3" creationId="{A57C423D-4CF9-B8E7-8941-9EB9ABBB9514}"/>
          </ac:spMkLst>
        </pc:spChg>
      </pc:sldChg>
      <pc:sldChg chg="addSp delSp modSp new mod">
        <pc:chgData name="Harshita Sahu" userId="c3bcdbd82bb9af11" providerId="LiveId" clId="{7193A4A2-5A1A-43A9-AEF5-7EE65CA6236A}" dt="2025-11-10T03:45:14.638" v="36224" actId="207"/>
        <pc:sldMkLst>
          <pc:docMk/>
          <pc:sldMk cId="1275123671" sldId="322"/>
        </pc:sldMkLst>
        <pc:spChg chg="mod">
          <ac:chgData name="Harshita Sahu" userId="c3bcdbd82bb9af11" providerId="LiveId" clId="{7193A4A2-5A1A-43A9-AEF5-7EE65CA6236A}" dt="2025-11-10T03:45:14.638" v="36224" actId="207"/>
          <ac:spMkLst>
            <pc:docMk/>
            <pc:sldMk cId="1275123671" sldId="322"/>
            <ac:spMk id="2" creationId="{531E8D5A-0BF3-081B-D5B8-E19C9D38C4FA}"/>
          </ac:spMkLst>
        </pc:spChg>
        <pc:spChg chg="add mod">
          <ac:chgData name="Harshita Sahu" userId="c3bcdbd82bb9af11" providerId="LiveId" clId="{7193A4A2-5A1A-43A9-AEF5-7EE65CA6236A}" dt="2025-11-01T13:05:19.310" v="33405" actId="20577"/>
          <ac:spMkLst>
            <pc:docMk/>
            <pc:sldMk cId="1275123671" sldId="322"/>
            <ac:spMk id="6" creationId="{778255A4-098B-47F1-3442-2AE9CF50C954}"/>
          </ac:spMkLst>
        </pc:spChg>
        <pc:picChg chg="add mod">
          <ac:chgData name="Harshita Sahu" userId="c3bcdbd82bb9af11" providerId="LiveId" clId="{7193A4A2-5A1A-43A9-AEF5-7EE65CA6236A}" dt="2025-11-01T13:05:48.002" v="33410" actId="14100"/>
          <ac:picMkLst>
            <pc:docMk/>
            <pc:sldMk cId="1275123671" sldId="322"/>
            <ac:picMk id="5" creationId="{EF007818-8EB0-D77D-B4F1-87EED7B4FF8A}"/>
          </ac:picMkLst>
        </pc:picChg>
        <pc:picChg chg="add mod">
          <ac:chgData name="Harshita Sahu" userId="c3bcdbd82bb9af11" providerId="LiveId" clId="{7193A4A2-5A1A-43A9-AEF5-7EE65CA6236A}" dt="2025-11-01T13:08:44.402" v="33415" actId="208"/>
          <ac:picMkLst>
            <pc:docMk/>
            <pc:sldMk cId="1275123671" sldId="322"/>
            <ac:picMk id="8" creationId="{4D78F280-EF8A-7938-94AB-938BEF361F03}"/>
          </ac:picMkLst>
        </pc:picChg>
      </pc:sldChg>
      <pc:sldChg chg="addSp delSp modSp new mod">
        <pc:chgData name="Harshita Sahu" userId="c3bcdbd82bb9af11" providerId="LiveId" clId="{7193A4A2-5A1A-43A9-AEF5-7EE65CA6236A}" dt="2025-11-10T03:45:26.622" v="36227" actId="20577"/>
        <pc:sldMkLst>
          <pc:docMk/>
          <pc:sldMk cId="2472651299" sldId="323"/>
        </pc:sldMkLst>
        <pc:spChg chg="mod">
          <ac:chgData name="Harshita Sahu" userId="c3bcdbd82bb9af11" providerId="LiveId" clId="{7193A4A2-5A1A-43A9-AEF5-7EE65CA6236A}" dt="2025-11-10T03:45:26.622" v="36227" actId="20577"/>
          <ac:spMkLst>
            <pc:docMk/>
            <pc:sldMk cId="2472651299" sldId="323"/>
            <ac:spMk id="2" creationId="{CE789902-48F7-F6B4-5D08-5626E86C012C}"/>
          </ac:spMkLst>
        </pc:spChg>
        <pc:spChg chg="add mod">
          <ac:chgData name="Harshita Sahu" userId="c3bcdbd82bb9af11" providerId="LiveId" clId="{7193A4A2-5A1A-43A9-AEF5-7EE65CA6236A}" dt="2025-11-01T13:22:00.839" v="34013" actId="20577"/>
          <ac:spMkLst>
            <pc:docMk/>
            <pc:sldMk cId="2472651299" sldId="323"/>
            <ac:spMk id="6" creationId="{61D55B8B-EC5C-8616-25E4-C33E46849884}"/>
          </ac:spMkLst>
        </pc:spChg>
        <pc:picChg chg="add mod">
          <ac:chgData name="Harshita Sahu" userId="c3bcdbd82bb9af11" providerId="LiveId" clId="{7193A4A2-5A1A-43A9-AEF5-7EE65CA6236A}" dt="2025-11-01T13:34:49.982" v="34685" actId="14100"/>
          <ac:picMkLst>
            <pc:docMk/>
            <pc:sldMk cId="2472651299" sldId="323"/>
            <ac:picMk id="5" creationId="{9A65A83E-ACA1-A76D-FEC5-3AE1D0957A01}"/>
          </ac:picMkLst>
        </pc:picChg>
        <pc:picChg chg="add mod">
          <ac:chgData name="Harshita Sahu" userId="c3bcdbd82bb9af11" providerId="LiveId" clId="{7193A4A2-5A1A-43A9-AEF5-7EE65CA6236A}" dt="2025-11-01T13:34:57.976" v="34688" actId="208"/>
          <ac:picMkLst>
            <pc:docMk/>
            <pc:sldMk cId="2472651299" sldId="323"/>
            <ac:picMk id="8" creationId="{ED10CBFA-9C19-3BB8-4F8C-A2D91500C365}"/>
          </ac:picMkLst>
        </pc:picChg>
      </pc:sldChg>
      <pc:sldChg chg="addSp delSp modSp new mod">
        <pc:chgData name="Harshita Sahu" userId="c3bcdbd82bb9af11" providerId="LiveId" clId="{7193A4A2-5A1A-43A9-AEF5-7EE65CA6236A}" dt="2025-11-10T03:45:36.327" v="36229" actId="207"/>
        <pc:sldMkLst>
          <pc:docMk/>
          <pc:sldMk cId="1209711720" sldId="324"/>
        </pc:sldMkLst>
        <pc:spChg chg="mod">
          <ac:chgData name="Harshita Sahu" userId="c3bcdbd82bb9af11" providerId="LiveId" clId="{7193A4A2-5A1A-43A9-AEF5-7EE65CA6236A}" dt="2025-11-10T03:45:36.327" v="36229" actId="207"/>
          <ac:spMkLst>
            <pc:docMk/>
            <pc:sldMk cId="1209711720" sldId="324"/>
            <ac:spMk id="2" creationId="{6ABBD9F1-4731-FA69-DDBC-86AD21B66CEF}"/>
          </ac:spMkLst>
        </pc:spChg>
        <pc:spChg chg="add mod">
          <ac:chgData name="Harshita Sahu" userId="c3bcdbd82bb9af11" providerId="LiveId" clId="{7193A4A2-5A1A-43A9-AEF5-7EE65CA6236A}" dt="2025-11-01T13:54:53.520" v="35297" actId="313"/>
          <ac:spMkLst>
            <pc:docMk/>
            <pc:sldMk cId="1209711720" sldId="324"/>
            <ac:spMk id="6" creationId="{C9E888E1-0796-ADD6-8193-F93F3F05F945}"/>
          </ac:spMkLst>
        </pc:spChg>
        <pc:picChg chg="add mod">
          <ac:chgData name="Harshita Sahu" userId="c3bcdbd82bb9af11" providerId="LiveId" clId="{7193A4A2-5A1A-43A9-AEF5-7EE65CA6236A}" dt="2025-11-01T13:44:30.176" v="34703" actId="1076"/>
          <ac:picMkLst>
            <pc:docMk/>
            <pc:sldMk cId="1209711720" sldId="324"/>
            <ac:picMk id="8" creationId="{6CCF96DB-D7DB-6F52-2678-997D63F2F758}"/>
          </ac:picMkLst>
        </pc:picChg>
      </pc:sldChg>
      <pc:sldChg chg="addSp delSp modSp new mod">
        <pc:chgData name="Harshita Sahu" userId="c3bcdbd82bb9af11" providerId="LiveId" clId="{7193A4A2-5A1A-43A9-AEF5-7EE65CA6236A}" dt="2025-11-10T03:45:46.534" v="36231" actId="207"/>
        <pc:sldMkLst>
          <pc:docMk/>
          <pc:sldMk cId="232884016" sldId="325"/>
        </pc:sldMkLst>
        <pc:spChg chg="mod">
          <ac:chgData name="Harshita Sahu" userId="c3bcdbd82bb9af11" providerId="LiveId" clId="{7193A4A2-5A1A-43A9-AEF5-7EE65CA6236A}" dt="2025-11-10T03:45:46.534" v="36231" actId="207"/>
          <ac:spMkLst>
            <pc:docMk/>
            <pc:sldMk cId="232884016" sldId="325"/>
            <ac:spMk id="2" creationId="{F3F7DA98-2CBC-426D-A1E8-A3E4F5A56148}"/>
          </ac:spMkLst>
        </pc:spChg>
        <pc:spChg chg="add mod">
          <ac:chgData name="Harshita Sahu" userId="c3bcdbd82bb9af11" providerId="LiveId" clId="{7193A4A2-5A1A-43A9-AEF5-7EE65CA6236A}" dt="2025-11-01T13:55:35.257" v="35301" actId="122"/>
          <ac:spMkLst>
            <pc:docMk/>
            <pc:sldMk cId="232884016" sldId="325"/>
            <ac:spMk id="4" creationId="{2AA985A3-1978-29DE-B1CB-706DA5503186}"/>
          </ac:spMkLst>
        </pc:spChg>
        <pc:picChg chg="add mod">
          <ac:chgData name="Harshita Sahu" userId="c3bcdbd82bb9af11" providerId="LiveId" clId="{7193A4A2-5A1A-43A9-AEF5-7EE65CA6236A}" dt="2025-11-01T14:14:57.626" v="35645" actId="14100"/>
          <ac:picMkLst>
            <pc:docMk/>
            <pc:sldMk cId="232884016" sldId="325"/>
            <ac:picMk id="6" creationId="{1745EE75-EA5B-5E30-0D43-837C6982CD65}"/>
          </ac:picMkLst>
        </pc:picChg>
        <pc:picChg chg="add mod">
          <ac:chgData name="Harshita Sahu" userId="c3bcdbd82bb9af11" providerId="LiveId" clId="{7193A4A2-5A1A-43A9-AEF5-7EE65CA6236A}" dt="2025-11-01T14:15:13.693" v="35652" actId="208"/>
          <ac:picMkLst>
            <pc:docMk/>
            <pc:sldMk cId="232884016" sldId="325"/>
            <ac:picMk id="8" creationId="{5F0E9D09-A169-684E-C0E4-F8F0E722BAB0}"/>
          </ac:picMkLst>
        </pc:picChg>
      </pc:sldChg>
      <pc:sldChg chg="addSp delSp modSp new mod">
        <pc:chgData name="Harshita Sahu" userId="c3bcdbd82bb9af11" providerId="LiveId" clId="{7193A4A2-5A1A-43A9-AEF5-7EE65CA6236A}" dt="2025-11-10T03:45:51.705" v="36232" actId="207"/>
        <pc:sldMkLst>
          <pc:docMk/>
          <pc:sldMk cId="899708167" sldId="326"/>
        </pc:sldMkLst>
        <pc:spChg chg="mod">
          <ac:chgData name="Harshita Sahu" userId="c3bcdbd82bb9af11" providerId="LiveId" clId="{7193A4A2-5A1A-43A9-AEF5-7EE65CA6236A}" dt="2025-11-10T03:45:51.705" v="36232" actId="207"/>
          <ac:spMkLst>
            <pc:docMk/>
            <pc:sldMk cId="899708167" sldId="326"/>
            <ac:spMk id="2" creationId="{D640B6EB-D765-A3CA-DEF1-1CF9A2607CA4}"/>
          </ac:spMkLst>
        </pc:spChg>
        <pc:spChg chg="add mod">
          <ac:chgData name="Harshita Sahu" userId="c3bcdbd82bb9af11" providerId="LiveId" clId="{7193A4A2-5A1A-43A9-AEF5-7EE65CA6236A}" dt="2025-11-01T14:23:25.936" v="35810" actId="122"/>
          <ac:spMkLst>
            <pc:docMk/>
            <pc:sldMk cId="899708167" sldId="326"/>
            <ac:spMk id="6" creationId="{C64BF4D3-EDB9-638A-582C-BB08BF7B1DAB}"/>
          </ac:spMkLst>
        </pc:spChg>
        <pc:picChg chg="add mod">
          <ac:chgData name="Harshita Sahu" userId="c3bcdbd82bb9af11" providerId="LiveId" clId="{7193A4A2-5A1A-43A9-AEF5-7EE65CA6236A}" dt="2025-11-01T14:27:24.404" v="36009" actId="1076"/>
          <ac:picMkLst>
            <pc:docMk/>
            <pc:sldMk cId="899708167" sldId="326"/>
            <ac:picMk id="8" creationId="{4AA934CF-3948-3CF4-2867-3066A8EF616C}"/>
          </ac:picMkLst>
        </pc:picChg>
      </pc:sldChg>
      <pc:sldChg chg="addSp delSp modSp new mod">
        <pc:chgData name="Harshita Sahu" userId="c3bcdbd82bb9af11" providerId="LiveId" clId="{7193A4A2-5A1A-43A9-AEF5-7EE65CA6236A}" dt="2025-11-12T16:53:11.742" v="38176" actId="20577"/>
        <pc:sldMkLst>
          <pc:docMk/>
          <pc:sldMk cId="1038027964" sldId="327"/>
        </pc:sldMkLst>
        <pc:spChg chg="mod">
          <ac:chgData name="Harshita Sahu" userId="c3bcdbd82bb9af11" providerId="LiveId" clId="{7193A4A2-5A1A-43A9-AEF5-7EE65CA6236A}" dt="2025-11-12T16:09:26.786" v="37232" actId="108"/>
          <ac:spMkLst>
            <pc:docMk/>
            <pc:sldMk cId="1038027964" sldId="327"/>
            <ac:spMk id="2" creationId="{44AA770A-44EE-B6EF-BFFA-30ADE298992E}"/>
          </ac:spMkLst>
        </pc:spChg>
        <pc:spChg chg="del">
          <ac:chgData name="Harshita Sahu" userId="c3bcdbd82bb9af11" providerId="LiveId" clId="{7193A4A2-5A1A-43A9-AEF5-7EE65CA6236A}" dt="2025-11-12T15:47:55.819" v="36263" actId="478"/>
          <ac:spMkLst>
            <pc:docMk/>
            <pc:sldMk cId="1038027964" sldId="327"/>
            <ac:spMk id="3" creationId="{66E264C6-8EB7-5C34-DDFC-6ED5BC96223E}"/>
          </ac:spMkLst>
        </pc:spChg>
        <pc:spChg chg="add mod">
          <ac:chgData name="Harshita Sahu" userId="c3bcdbd82bb9af11" providerId="LiveId" clId="{7193A4A2-5A1A-43A9-AEF5-7EE65CA6236A}" dt="2025-11-12T15:57:49.302" v="36520" actId="20577"/>
          <ac:spMkLst>
            <pc:docMk/>
            <pc:sldMk cId="1038027964" sldId="327"/>
            <ac:spMk id="4" creationId="{37F409C2-9FD4-F170-2867-B300622BCFD5}"/>
          </ac:spMkLst>
        </pc:spChg>
        <pc:spChg chg="add mod">
          <ac:chgData name="Harshita Sahu" userId="c3bcdbd82bb9af11" providerId="LiveId" clId="{7193A4A2-5A1A-43A9-AEF5-7EE65CA6236A}" dt="2025-11-12T16:53:11.742" v="38176" actId="20577"/>
          <ac:spMkLst>
            <pc:docMk/>
            <pc:sldMk cId="1038027964" sldId="327"/>
            <ac:spMk id="5" creationId="{14CB9ACC-EB77-4EF0-9D8E-128A6BD4CABF}"/>
          </ac:spMkLst>
        </pc:spChg>
      </pc:sldChg>
      <pc:sldChg chg="addSp delSp modSp new mod">
        <pc:chgData name="Harshita Sahu" userId="c3bcdbd82bb9af11" providerId="LiveId" clId="{7193A4A2-5A1A-43A9-AEF5-7EE65CA6236A}" dt="2025-11-12T16:53:21.106" v="38179" actId="20577"/>
        <pc:sldMkLst>
          <pc:docMk/>
          <pc:sldMk cId="980082216" sldId="328"/>
        </pc:sldMkLst>
        <pc:spChg chg="mod">
          <ac:chgData name="Harshita Sahu" userId="c3bcdbd82bb9af11" providerId="LiveId" clId="{7193A4A2-5A1A-43A9-AEF5-7EE65CA6236A}" dt="2025-11-12T16:47:09.243" v="38038" actId="20577"/>
          <ac:spMkLst>
            <pc:docMk/>
            <pc:sldMk cId="980082216" sldId="328"/>
            <ac:spMk id="2" creationId="{D49A758A-61A1-3E00-2BCC-1CAA47B332BB}"/>
          </ac:spMkLst>
        </pc:spChg>
        <pc:spChg chg="del">
          <ac:chgData name="Harshita Sahu" userId="c3bcdbd82bb9af11" providerId="LiveId" clId="{7193A4A2-5A1A-43A9-AEF5-7EE65CA6236A}" dt="2025-11-12T16:10:13.471" v="37234" actId="478"/>
          <ac:spMkLst>
            <pc:docMk/>
            <pc:sldMk cId="980082216" sldId="328"/>
            <ac:spMk id="3" creationId="{E14D72AA-4CCD-DE7B-78A4-5D4578C50BCD}"/>
          </ac:spMkLst>
        </pc:spChg>
        <pc:spChg chg="add mod">
          <ac:chgData name="Harshita Sahu" userId="c3bcdbd82bb9af11" providerId="LiveId" clId="{7193A4A2-5A1A-43A9-AEF5-7EE65CA6236A}" dt="2025-11-12T16:51:56.567" v="38150" actId="20577"/>
          <ac:spMkLst>
            <pc:docMk/>
            <pc:sldMk cId="980082216" sldId="328"/>
            <ac:spMk id="4" creationId="{1DCDC162-D956-4CD8-674E-EFD0094FDE4C}"/>
          </ac:spMkLst>
        </pc:spChg>
        <pc:spChg chg="add mod">
          <ac:chgData name="Harshita Sahu" userId="c3bcdbd82bb9af11" providerId="LiveId" clId="{7193A4A2-5A1A-43A9-AEF5-7EE65CA6236A}" dt="2025-11-12T16:18:34.944" v="37292" actId="20577"/>
          <ac:spMkLst>
            <pc:docMk/>
            <pc:sldMk cId="980082216" sldId="328"/>
            <ac:spMk id="7" creationId="{D0410713-7604-CD05-76CD-6E902F52A3C0}"/>
          </ac:spMkLst>
        </pc:spChg>
        <pc:spChg chg="add mod">
          <ac:chgData name="Harshita Sahu" userId="c3bcdbd82bb9af11" providerId="LiveId" clId="{7193A4A2-5A1A-43A9-AEF5-7EE65CA6236A}" dt="2025-11-12T16:53:21.106" v="38179" actId="20577"/>
          <ac:spMkLst>
            <pc:docMk/>
            <pc:sldMk cId="980082216" sldId="328"/>
            <ac:spMk id="10" creationId="{D9FBEC16-7B20-5C18-AC77-11A247233B6F}"/>
          </ac:spMkLst>
        </pc:spChg>
        <pc:picChg chg="add del mod">
          <ac:chgData name="Harshita Sahu" userId="c3bcdbd82bb9af11" providerId="LiveId" clId="{7193A4A2-5A1A-43A9-AEF5-7EE65CA6236A}" dt="2025-11-12T16:45:51.888" v="38006" actId="478"/>
          <ac:picMkLst>
            <pc:docMk/>
            <pc:sldMk cId="980082216" sldId="328"/>
            <ac:picMk id="6" creationId="{70929FEC-39E9-5150-DA0A-0E2D8EF12A18}"/>
          </ac:picMkLst>
        </pc:picChg>
        <pc:picChg chg="add mod">
          <ac:chgData name="Harshita Sahu" userId="c3bcdbd82bb9af11" providerId="LiveId" clId="{7193A4A2-5A1A-43A9-AEF5-7EE65CA6236A}" dt="2025-11-12T16:46:21.152" v="38012" actId="208"/>
          <ac:picMkLst>
            <pc:docMk/>
            <pc:sldMk cId="980082216" sldId="328"/>
            <ac:picMk id="9" creationId="{03676681-9478-7B42-9300-78BD5F990FFB}"/>
          </ac:picMkLst>
        </pc:picChg>
      </pc:sldChg>
      <pc:sldChg chg="new del">
        <pc:chgData name="Harshita Sahu" userId="c3bcdbd82bb9af11" providerId="LiveId" clId="{7193A4A2-5A1A-43A9-AEF5-7EE65CA6236A}" dt="2025-11-12T15:54:29.376" v="36282" actId="2696"/>
        <pc:sldMkLst>
          <pc:docMk/>
          <pc:sldMk cId="2875554730" sldId="328"/>
        </pc:sldMkLst>
      </pc:sldChg>
      <pc:sldChg chg="addSp delSp modSp new mod">
        <pc:chgData name="Harshita Sahu" userId="c3bcdbd82bb9af11" providerId="LiveId" clId="{7193A4A2-5A1A-43A9-AEF5-7EE65CA6236A}" dt="2025-11-12T16:53:27.222" v="38182" actId="20577"/>
        <pc:sldMkLst>
          <pc:docMk/>
          <pc:sldMk cId="1000953474" sldId="329"/>
        </pc:sldMkLst>
        <pc:spChg chg="mod">
          <ac:chgData name="Harshita Sahu" userId="c3bcdbd82bb9af11" providerId="LiveId" clId="{7193A4A2-5A1A-43A9-AEF5-7EE65CA6236A}" dt="2025-11-12T16:51:35.950" v="38149" actId="20577"/>
          <ac:spMkLst>
            <pc:docMk/>
            <pc:sldMk cId="1000953474" sldId="329"/>
            <ac:spMk id="2" creationId="{96D7AEAB-79F0-7850-5908-AD68AE242691}"/>
          </ac:spMkLst>
        </pc:spChg>
        <pc:spChg chg="del">
          <ac:chgData name="Harshita Sahu" userId="c3bcdbd82bb9af11" providerId="LiveId" clId="{7193A4A2-5A1A-43A9-AEF5-7EE65CA6236A}" dt="2025-11-12T16:48:18.375" v="38041" actId="478"/>
          <ac:spMkLst>
            <pc:docMk/>
            <pc:sldMk cId="1000953474" sldId="329"/>
            <ac:spMk id="3" creationId="{D83C4B31-398C-682B-9492-BF33B32A5B9B}"/>
          </ac:spMkLst>
        </pc:spChg>
        <pc:spChg chg="add mod">
          <ac:chgData name="Harshita Sahu" userId="c3bcdbd82bb9af11" providerId="LiveId" clId="{7193A4A2-5A1A-43A9-AEF5-7EE65CA6236A}" dt="2025-11-12T16:48:26.995" v="38048" actId="20577"/>
          <ac:spMkLst>
            <pc:docMk/>
            <pc:sldMk cId="1000953474" sldId="329"/>
            <ac:spMk id="4" creationId="{33D1741E-8315-AC80-C224-07BAF5278EEE}"/>
          </ac:spMkLst>
        </pc:spChg>
        <pc:spChg chg="add mod">
          <ac:chgData name="Harshita Sahu" userId="c3bcdbd82bb9af11" providerId="LiveId" clId="{7193A4A2-5A1A-43A9-AEF5-7EE65CA6236A}" dt="2025-11-12T16:53:27.222" v="38182" actId="20577"/>
          <ac:spMkLst>
            <pc:docMk/>
            <pc:sldMk cId="1000953474" sldId="329"/>
            <ac:spMk id="7" creationId="{4DD017B9-3C45-D366-F844-9D5E3C6E44BF}"/>
          </ac:spMkLst>
        </pc:spChg>
        <pc:picChg chg="add mod">
          <ac:chgData name="Harshita Sahu" userId="c3bcdbd82bb9af11" providerId="LiveId" clId="{7193A4A2-5A1A-43A9-AEF5-7EE65CA6236A}" dt="2025-11-12T16:49:47.264" v="38053" actId="208"/>
          <ac:picMkLst>
            <pc:docMk/>
            <pc:sldMk cId="1000953474" sldId="329"/>
            <ac:picMk id="6" creationId="{FE56DB9A-B8D6-8AE3-DEC6-7AADB00CB130}"/>
          </ac:picMkLst>
        </pc:picChg>
      </pc:sldChg>
      <pc:sldChg chg="addSp delSp modSp new del mod">
        <pc:chgData name="Harshita Sahu" userId="c3bcdbd82bb9af11" providerId="LiveId" clId="{7193A4A2-5A1A-43A9-AEF5-7EE65CA6236A}" dt="2025-11-12T17:25:21.977" v="38202" actId="2696"/>
        <pc:sldMkLst>
          <pc:docMk/>
          <pc:sldMk cId="284722846" sldId="330"/>
        </pc:sldMkLst>
        <pc:spChg chg="del">
          <ac:chgData name="Harshita Sahu" userId="c3bcdbd82bb9af11" providerId="LiveId" clId="{7193A4A2-5A1A-43A9-AEF5-7EE65CA6236A}" dt="2025-11-12T17:24:27.311" v="38184" actId="478"/>
          <ac:spMkLst>
            <pc:docMk/>
            <pc:sldMk cId="284722846" sldId="330"/>
            <ac:spMk id="3" creationId="{36B74400-0EE1-3254-08FD-5B7F89FF3A1D}"/>
          </ac:spMkLst>
        </pc:spChg>
        <pc:spChg chg="add mod">
          <ac:chgData name="Harshita Sahu" userId="c3bcdbd82bb9af11" providerId="LiveId" clId="{7193A4A2-5A1A-43A9-AEF5-7EE65CA6236A}" dt="2025-11-12T17:24:35.782" v="38201" actId="20577"/>
          <ac:spMkLst>
            <pc:docMk/>
            <pc:sldMk cId="284722846" sldId="330"/>
            <ac:spMk id="4" creationId="{8352C08D-79A7-CB3B-F4D2-6E56F47CAC9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148430-9D32-4E17-8FA5-4575421435E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E124A8-2DF7-44C2-A769-9FC546705F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17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53506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21DB1090-34CA-4CB2-932E-84CBAD4A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10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21DB1090-34CA-4CB2-932E-84CBAD4A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270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21DB1090-34CA-4CB2-932E-84CBAD4A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755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21DB1090-34CA-4CB2-932E-84CBAD4A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951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21DB1090-34CA-4CB2-932E-84CBAD4A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252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21DB1090-34CA-4CB2-932E-84CBAD4A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088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21DB1090-34CA-4CB2-932E-84CBAD4A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674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21DB1090-34CA-4CB2-932E-84CBAD4A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9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21DB1090-34CA-4CB2-932E-84CBAD4A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35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21DB1090-34CA-4CB2-932E-84CBAD4A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052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21DB1090-34CA-4CB2-932E-84CBAD4A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130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1" i="0">
                <a:solidFill>
                  <a:srgbClr val="3E3A4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7967597" y="6350527"/>
            <a:ext cx="31690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00254D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223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BDFF-8198-4E13-9B83-2CE9EE07EE4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B1090-34CA-4CB2-932E-84CBAD4A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074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21DB1090-34CA-4CB2-932E-84CBAD4A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47894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7730D09-A8A2-519B-D5C6-3846BBD8C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945" y="1307690"/>
            <a:ext cx="5455740" cy="894735"/>
          </a:xfrm>
        </p:spPr>
        <p:txBody>
          <a:bodyPr>
            <a:normAutofit fontScale="92500"/>
          </a:bodyPr>
          <a:lstStyle/>
          <a:p>
            <a:r>
              <a:rPr lang="en-US" b="1" dirty="0">
                <a:solidFill>
                  <a:schemeClr val="tx2">
                    <a:lumMod val="25000"/>
                  </a:schemeClr>
                </a:solidFill>
                <a:latin typeface="Algerian" panose="04020705040A02060702" pitchFamily="82" charset="0"/>
              </a:rPr>
              <a:t>RETAIL </a:t>
            </a:r>
            <a:r>
              <a:rPr lang="en-IN" b="1" dirty="0">
                <a:solidFill>
                  <a:schemeClr val="tx2">
                    <a:lumMod val="25000"/>
                  </a:schemeClr>
                </a:solidFill>
                <a:latin typeface="Algerian" panose="04020705040A02060702" pitchFamily="82" charset="0"/>
              </a:rPr>
              <a:t>Insights </a:t>
            </a:r>
            <a:r>
              <a:rPr lang="en-US" b="1" dirty="0">
                <a:solidFill>
                  <a:schemeClr val="tx2">
                    <a:lumMod val="25000"/>
                  </a:schemeClr>
                </a:solidFill>
                <a:latin typeface="Algerian" panose="04020705040A02060702" pitchFamily="82" charset="0"/>
              </a:rPr>
              <a:t>ANALYTICS</a:t>
            </a:r>
            <a:endParaRPr lang="en-IN" b="1" dirty="0">
              <a:solidFill>
                <a:schemeClr val="tx2">
                  <a:lumMod val="25000"/>
                </a:schemeClr>
              </a:solidFill>
              <a:latin typeface="Algerian" panose="04020705040A02060702" pitchFamily="82" charset="0"/>
            </a:endParaRP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5A0BDC-84BB-D83E-4D2C-4019B01DB81C}"/>
              </a:ext>
            </a:extLst>
          </p:cNvPr>
          <p:cNvSpPr txBox="1"/>
          <p:nvPr/>
        </p:nvSpPr>
        <p:spPr>
          <a:xfrm>
            <a:off x="6194945" y="3689946"/>
            <a:ext cx="5919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NAME :    HARSHITA SAHU</a:t>
            </a:r>
            <a:endParaRPr lang="en-IN" sz="2400" dirty="0">
              <a:latin typeface="Algerian" panose="04020705040A02060702" pitchFamily="8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56FD47-83D9-9E64-F153-1AABC499275C}"/>
              </a:ext>
            </a:extLst>
          </p:cNvPr>
          <p:cNvSpPr txBox="1"/>
          <p:nvPr/>
        </p:nvSpPr>
        <p:spPr>
          <a:xfrm>
            <a:off x="6194945" y="4230270"/>
            <a:ext cx="4748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DATE :  3/10/2025</a:t>
            </a:r>
            <a:endParaRPr lang="en-IN" sz="24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223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E2379-19B1-A286-377F-A2773E77E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600" dirty="0"/>
          </a:p>
          <a:p>
            <a:pPr>
              <a:buFontTx/>
              <a:buChar char="-"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are the Points to Focus on :</a:t>
            </a:r>
          </a:p>
          <a:p>
            <a:pPr marL="457200" indent="-457200">
              <a:buAutoNum type="arabicParenR"/>
            </a:pPr>
            <a:r>
              <a:rPr lang="en-IN" sz="1600" b="1" dirty="0"/>
              <a:t>Customer Analytics</a:t>
            </a:r>
          </a:p>
          <a:p>
            <a:pPr marL="457200" indent="-457200">
              <a:buAutoNum type="arabicParenR"/>
            </a:pPr>
            <a:r>
              <a:rPr lang="en-IN" sz="1600" b="1" dirty="0"/>
              <a:t>Product Analytics</a:t>
            </a:r>
          </a:p>
          <a:p>
            <a:pPr marL="457200" indent="-457200">
              <a:buAutoNum type="arabicParenR"/>
            </a:pPr>
            <a:r>
              <a:rPr lang="en-IN" sz="1600" b="1" dirty="0"/>
              <a:t>Sales &amp; Revenue Analytics</a:t>
            </a:r>
          </a:p>
          <a:p>
            <a:pPr marL="457200" indent="-457200">
              <a:buAutoNum type="arabicParenR"/>
            </a:pPr>
            <a:r>
              <a:rPr lang="en-IN" sz="1600" b="1" dirty="0"/>
              <a:t>Inventory &amp; Supply Chain</a:t>
            </a:r>
          </a:p>
          <a:p>
            <a:pPr marL="457200" indent="-457200">
              <a:buAutoNum type="arabicParenR"/>
            </a:pPr>
            <a:r>
              <a:rPr lang="en-IN" sz="1600" b="1" dirty="0"/>
              <a:t>Store / Channel Performance</a:t>
            </a:r>
          </a:p>
          <a:p>
            <a:pPr marL="457200" indent="-457200">
              <a:buAutoNum type="arabicParenR"/>
            </a:pPr>
            <a:r>
              <a:rPr lang="en-IN" sz="1600" b="1" dirty="0"/>
              <a:t>Customer Experience</a:t>
            </a:r>
          </a:p>
          <a:p>
            <a:pPr marL="457200" indent="-457200">
              <a:buAutoNum type="arabicParenR"/>
            </a:pPr>
            <a:r>
              <a:rPr lang="en-IN" sz="1600" b="1" dirty="0"/>
              <a:t>KPIs to Track</a:t>
            </a:r>
            <a:endParaRPr lang="en-US" sz="16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EE80D4-F193-A7BB-55CA-9291F9796059}"/>
              </a:ext>
            </a:extLst>
          </p:cNvPr>
          <p:cNvSpPr/>
          <p:nvPr/>
        </p:nvSpPr>
        <p:spPr>
          <a:xfrm>
            <a:off x="835742" y="1015334"/>
            <a:ext cx="10314039" cy="180913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Retail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/>
              <a:t>is all about Selling Goods &amp; Services directly </a:t>
            </a:r>
          </a:p>
          <a:p>
            <a:pPr algn="ctr"/>
            <a:r>
              <a:rPr lang="en-US" dirty="0"/>
              <a:t>To end Customers for Personal Use </a:t>
            </a: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Retailers </a:t>
            </a:r>
            <a:r>
              <a:rPr lang="en-US" dirty="0"/>
              <a:t>are the intermediaries between Wholesaler , Retailers &amp; end Customers.</a:t>
            </a:r>
            <a:endParaRPr lang="en-IN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014DF16-B4BA-C6E5-5A75-6EA8B18914F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Retail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41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C0C21B-ECE6-122C-E579-449D559CAF41}"/>
              </a:ext>
            </a:extLst>
          </p:cNvPr>
          <p:cNvSpPr/>
          <p:nvPr/>
        </p:nvSpPr>
        <p:spPr>
          <a:xfrm>
            <a:off x="-5268" y="907119"/>
            <a:ext cx="1986132" cy="153871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Descriptive Analytics</a:t>
            </a:r>
            <a:endParaRPr lang="en-IN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ED92B6E-097B-3D57-230A-9B50A866D777}"/>
              </a:ext>
            </a:extLst>
          </p:cNvPr>
          <p:cNvSpPr/>
          <p:nvPr/>
        </p:nvSpPr>
        <p:spPr>
          <a:xfrm>
            <a:off x="10219415" y="2930064"/>
            <a:ext cx="2035277" cy="153869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Cognitive</a:t>
            </a:r>
          </a:p>
          <a:p>
            <a:pPr algn="ctr"/>
            <a:r>
              <a:rPr lang="en-US" sz="2400" dirty="0"/>
              <a:t>Analytics</a:t>
            </a:r>
            <a:endParaRPr lang="en-IN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8229BCA-7D3E-700D-1238-B21200159E9B}"/>
              </a:ext>
            </a:extLst>
          </p:cNvPr>
          <p:cNvSpPr/>
          <p:nvPr/>
        </p:nvSpPr>
        <p:spPr>
          <a:xfrm>
            <a:off x="10188072" y="720366"/>
            <a:ext cx="2097961" cy="153870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Prescriptive</a:t>
            </a:r>
          </a:p>
          <a:p>
            <a:pPr algn="ctr"/>
            <a:r>
              <a:rPr lang="en-US" sz="2400" dirty="0"/>
              <a:t>Analytics</a:t>
            </a:r>
            <a:endParaRPr lang="en-IN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07C620B-F04F-D96B-0F53-AD06BB1E50A2}"/>
              </a:ext>
            </a:extLst>
          </p:cNvPr>
          <p:cNvSpPr/>
          <p:nvPr/>
        </p:nvSpPr>
        <p:spPr>
          <a:xfrm>
            <a:off x="7690835" y="833193"/>
            <a:ext cx="2035277" cy="14698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Predictive</a:t>
            </a:r>
          </a:p>
          <a:p>
            <a:pPr algn="ctr"/>
            <a:r>
              <a:rPr lang="en-US" sz="2400" dirty="0"/>
              <a:t>Analytics</a:t>
            </a:r>
            <a:endParaRPr lang="en-IN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9533102-D60F-7120-7EB8-0D2445781EAB}"/>
              </a:ext>
            </a:extLst>
          </p:cNvPr>
          <p:cNvSpPr/>
          <p:nvPr/>
        </p:nvSpPr>
        <p:spPr>
          <a:xfrm>
            <a:off x="5212038" y="812894"/>
            <a:ext cx="2035277" cy="153871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Diagnostic </a:t>
            </a:r>
          </a:p>
          <a:p>
            <a:pPr algn="ctr"/>
            <a:r>
              <a:rPr lang="en-US" sz="2400" dirty="0"/>
              <a:t>Analytics</a:t>
            </a:r>
            <a:endParaRPr lang="en-IN" sz="24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5436D47-9D04-9CFC-DD7C-DAA664DDED68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4802154" y="1571303"/>
            <a:ext cx="409884" cy="109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8AF2D41-3CD5-7B6F-42E9-3F037AAB4DD7}"/>
              </a:ext>
            </a:extLst>
          </p:cNvPr>
          <p:cNvCxnSpPr>
            <a:cxnSpLocks/>
          </p:cNvCxnSpPr>
          <p:nvPr/>
        </p:nvCxnSpPr>
        <p:spPr>
          <a:xfrm flipV="1">
            <a:off x="7315812" y="1419849"/>
            <a:ext cx="334297" cy="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3F1B880-604C-70BF-AC2E-D978D19CC376}"/>
              </a:ext>
            </a:extLst>
          </p:cNvPr>
          <p:cNvCxnSpPr>
            <a:cxnSpLocks/>
          </p:cNvCxnSpPr>
          <p:nvPr/>
        </p:nvCxnSpPr>
        <p:spPr>
          <a:xfrm flipV="1">
            <a:off x="9775732" y="1489716"/>
            <a:ext cx="334297" cy="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8AFD9C-35CC-CAF6-52B2-C388DDDFF348}"/>
              </a:ext>
            </a:extLst>
          </p:cNvPr>
          <p:cNvCxnSpPr>
            <a:cxnSpLocks/>
          </p:cNvCxnSpPr>
          <p:nvPr/>
        </p:nvCxnSpPr>
        <p:spPr>
          <a:xfrm>
            <a:off x="11237054" y="2445835"/>
            <a:ext cx="0" cy="2974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FA8A055-7290-FAFA-ABD5-9AC96CFD4EC6}"/>
              </a:ext>
            </a:extLst>
          </p:cNvPr>
          <p:cNvSpPr/>
          <p:nvPr/>
        </p:nvSpPr>
        <p:spPr>
          <a:xfrm>
            <a:off x="10156723" y="5164416"/>
            <a:ext cx="2035277" cy="169358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Real-Time</a:t>
            </a:r>
          </a:p>
          <a:p>
            <a:pPr algn="ctr"/>
            <a:r>
              <a:rPr lang="en-US" sz="2400" dirty="0"/>
              <a:t>Analytics</a:t>
            </a:r>
            <a:endParaRPr lang="en-IN" sz="2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2EF00BB-FCEE-F70C-F995-B91942D54C0F}"/>
              </a:ext>
            </a:extLst>
          </p:cNvPr>
          <p:cNvCxnSpPr>
            <a:cxnSpLocks/>
          </p:cNvCxnSpPr>
          <p:nvPr/>
        </p:nvCxnSpPr>
        <p:spPr>
          <a:xfrm>
            <a:off x="11186658" y="4581832"/>
            <a:ext cx="0" cy="35644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Content Placeholder 3">
            <a:extLst>
              <a:ext uri="{FF2B5EF4-FFF2-40B4-BE49-F238E27FC236}">
                <a16:creationId xmlns:a16="http://schemas.microsoft.com/office/drawing/2014/main" id="{15733C7D-A728-07DA-D199-7D88B7F03C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4511211"/>
              </p:ext>
            </p:extLst>
          </p:nvPr>
        </p:nvGraphicFramePr>
        <p:xfrm>
          <a:off x="25805" y="3571537"/>
          <a:ext cx="9688464" cy="3286463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14744">
                  <a:extLst>
                    <a:ext uri="{9D8B030D-6E8A-4147-A177-3AD203B41FA5}">
                      <a16:colId xmlns:a16="http://schemas.microsoft.com/office/drawing/2014/main" val="3137502350"/>
                    </a:ext>
                  </a:extLst>
                </a:gridCol>
                <a:gridCol w="1614744">
                  <a:extLst>
                    <a:ext uri="{9D8B030D-6E8A-4147-A177-3AD203B41FA5}">
                      <a16:colId xmlns:a16="http://schemas.microsoft.com/office/drawing/2014/main" val="3562379469"/>
                    </a:ext>
                  </a:extLst>
                </a:gridCol>
                <a:gridCol w="1614744">
                  <a:extLst>
                    <a:ext uri="{9D8B030D-6E8A-4147-A177-3AD203B41FA5}">
                      <a16:colId xmlns:a16="http://schemas.microsoft.com/office/drawing/2014/main" val="3890949209"/>
                    </a:ext>
                  </a:extLst>
                </a:gridCol>
                <a:gridCol w="1614744">
                  <a:extLst>
                    <a:ext uri="{9D8B030D-6E8A-4147-A177-3AD203B41FA5}">
                      <a16:colId xmlns:a16="http://schemas.microsoft.com/office/drawing/2014/main" val="744205166"/>
                    </a:ext>
                  </a:extLst>
                </a:gridCol>
                <a:gridCol w="1614744">
                  <a:extLst>
                    <a:ext uri="{9D8B030D-6E8A-4147-A177-3AD203B41FA5}">
                      <a16:colId xmlns:a16="http://schemas.microsoft.com/office/drawing/2014/main" val="674383114"/>
                    </a:ext>
                  </a:extLst>
                </a:gridCol>
                <a:gridCol w="1614744">
                  <a:extLst>
                    <a:ext uri="{9D8B030D-6E8A-4147-A177-3AD203B41FA5}">
                      <a16:colId xmlns:a16="http://schemas.microsoft.com/office/drawing/2014/main" val="3892562213"/>
                    </a:ext>
                  </a:extLst>
                </a:gridCol>
              </a:tblGrid>
              <a:tr h="968015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Descriptive</a:t>
                      </a:r>
                    </a:p>
                    <a:p>
                      <a:r>
                        <a:rPr lang="en-US" sz="20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Analytics</a:t>
                      </a:r>
                      <a:endParaRPr lang="en-IN" sz="2000" b="0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ooper Black" panose="0208090404030B020404" pitchFamily="18" charset="0"/>
                        <a:cs typeface="Arial" panose="020B0604020202020204" pitchFamily="34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Diagnostic</a:t>
                      </a:r>
                    </a:p>
                    <a:p>
                      <a:r>
                        <a:rPr lang="en-US" sz="20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Analytics</a:t>
                      </a:r>
                      <a:endParaRPr lang="en-IN" sz="2000" b="0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ooper Black" panose="0208090404030B0204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Predictive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Analytics</a:t>
                      </a:r>
                      <a:endParaRPr lang="en-IN" sz="1800" b="0" i="1" kern="1200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ooper Black" panose="0208090404030B020404" pitchFamily="18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Prescriptive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Analytics</a:t>
                      </a:r>
                      <a:endParaRPr lang="en-IN" sz="1800" b="0" kern="1200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Cognitive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Analytics</a:t>
                      </a:r>
                      <a:endParaRPr lang="en-IN" sz="1800" b="0" kern="1200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Real-Time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Analytics</a:t>
                      </a:r>
                      <a:endParaRPr lang="en-IN" sz="1800" b="0" kern="1200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294898"/>
                  </a:ext>
                </a:extLst>
              </a:tr>
              <a:tr h="231844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* Summarize past data to understand patterns and trends</a:t>
                      </a:r>
                      <a:endParaRPr lang="en-IN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200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* Investigate reasons Behind Past Trends or Issues</a:t>
                      </a:r>
                      <a:endParaRPr lang="en-IN" sz="20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* Uses Past Data and Historical Trends to forecast Future </a:t>
                      </a:r>
                      <a:endParaRPr lang="en-IN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* Suggest Action To achieve Desired Actions </a:t>
                      </a:r>
                      <a:endParaRPr lang="en-IN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* Uses Ai to make Decisions and  act upon data .</a:t>
                      </a:r>
                      <a:endParaRPr lang="en-IN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* Monitors Live Data And take decisions Immediately</a:t>
                      </a:r>
                      <a:endParaRPr lang="en-IN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7803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182C6F22-DAC2-4CDB-6CE0-FB18E3E42598}"/>
              </a:ext>
            </a:extLst>
          </p:cNvPr>
          <p:cNvSpPr txBox="1"/>
          <p:nvPr/>
        </p:nvSpPr>
        <p:spPr>
          <a:xfrm>
            <a:off x="25805" y="3061948"/>
            <a:ext cx="9651606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Difference Between the Different Types Of Analytics</a:t>
            </a:r>
            <a:endParaRPr lang="en-IN" sz="2400" dirty="0">
              <a:solidFill>
                <a:schemeClr val="accent4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F69F960-A779-6AA3-E3A0-40495D1743ED}"/>
              </a:ext>
            </a:extLst>
          </p:cNvPr>
          <p:cNvSpPr/>
          <p:nvPr/>
        </p:nvSpPr>
        <p:spPr>
          <a:xfrm>
            <a:off x="2504098" y="907119"/>
            <a:ext cx="2298051" cy="153871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Demographic Analytics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0ABCD5-C76A-5A8C-CC87-333C503A3FAF}"/>
              </a:ext>
            </a:extLst>
          </p:cNvPr>
          <p:cNvCxnSpPr>
            <a:cxnSpLocks/>
          </p:cNvCxnSpPr>
          <p:nvPr/>
        </p:nvCxnSpPr>
        <p:spPr>
          <a:xfrm>
            <a:off x="2039529" y="1384055"/>
            <a:ext cx="409884" cy="109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7D5B53B3-DC89-E7AE-C865-DB7E50451E23}"/>
              </a:ext>
            </a:extLst>
          </p:cNvPr>
          <p:cNvSpPr txBox="1">
            <a:spLocks/>
          </p:cNvSpPr>
          <p:nvPr/>
        </p:nvSpPr>
        <p:spPr>
          <a:xfrm>
            <a:off x="9831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Types Of Analytics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89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934DD-2B45-25D7-387F-BEF7F4441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1" y="576418"/>
            <a:ext cx="11425087" cy="5755556"/>
          </a:xfrm>
        </p:spPr>
        <p:txBody>
          <a:bodyPr/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Demographic Analytics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Customer Segmentation based on Sales – Low ,Medium, High.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Which Gender is Contributing more , which city customer are from.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Preferences of Demographic Grp’s Based on Channels like if the online channels are target by Youngsters 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Which grp is more go for Discounted Products 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Which grp is paying  through which Payment Type .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Which Segments is More Satisfied by seeing their Customer Scores 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Which Segment is Purchasing What Type of Products 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By analyzing Categories &amp; Products  &amp; Stores we can analyze which product is more Demanding and keep that in stock </a:t>
            </a: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Descriptive Analytics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How many order placed on last month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Avg order size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Weekly Sales (In which week there is high Sales), Finding Out Seasonality Trends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Total Revenue Earned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Discount is affecting our sales or not 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Through which Payment Type earned More.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endParaRPr lang="en-IN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7EE6C81-0F66-B221-0977-C4677CD939ED}"/>
              </a:ext>
            </a:extLst>
          </p:cNvPr>
          <p:cNvSpPr txBox="1">
            <a:spLocks/>
          </p:cNvSpPr>
          <p:nvPr/>
        </p:nvSpPr>
        <p:spPr>
          <a:xfrm>
            <a:off x="9831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Use Case Of Analytics in Case Study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700783-423B-12BA-0505-760340190B1C}"/>
              </a:ext>
            </a:extLst>
          </p:cNvPr>
          <p:cNvSpPr txBox="1"/>
          <p:nvPr/>
        </p:nvSpPr>
        <p:spPr>
          <a:xfrm>
            <a:off x="10815484" y="-4732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Slide(1-3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5935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3452B8-0F4B-AEA4-61B0-BDF9EEDA30DB}"/>
              </a:ext>
            </a:extLst>
          </p:cNvPr>
          <p:cNvSpPr txBox="1"/>
          <p:nvPr/>
        </p:nvSpPr>
        <p:spPr>
          <a:xfrm>
            <a:off x="88490" y="653240"/>
            <a:ext cx="12192000" cy="608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Which Product is Giving more sales so we can stock that up.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 Top selling Items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Which store Location Having Sales in Last Quarter 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Which Customer are located more in which state and How much Sales they are generating so that we can target them more.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Avg Ratings </a:t>
            </a: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</a:pPr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Diagnostic Analytics 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Where there is a sudden decrease in orders in particular week and finding out the reason is the stock available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Why Order got cancelled is it is because sudden change in mind or what.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Why there is a sudden drop of specific Products what are the reason is quality is not meeting the Standards .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Why there is Spike in Return is product is not meeting the Standards .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Why the Payment is getting Cancelled is it because it is Taking to much time to get deliver.</a:t>
            </a: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</a:pPr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Predictive Analytics 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We can predict from the Customer Buying Patterns Who are customer which are likely to churn .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Can use </a:t>
            </a:r>
            <a:r>
              <a:rPr lang="en-US" sz="186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KMeans</a:t>
            </a: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Clustering  to segment the Customer on the Basis of Loyalty.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Increasing of Discount on Festive Season to Increase the Sales.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analyzing of Patterns of Sales we can analyze which product is having high chance to got sold .(use </a:t>
            </a:r>
            <a:r>
              <a:rPr lang="en-US" sz="186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apriori</a:t>
            </a: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technique).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1867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D5A30B8-B2F1-BB59-E235-DC13F916C60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Use Case Of Analytics in Case Study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57F2F6-4E8C-BF4B-1947-5B54952EFE16}"/>
              </a:ext>
            </a:extLst>
          </p:cNvPr>
          <p:cNvSpPr txBox="1"/>
          <p:nvPr/>
        </p:nvSpPr>
        <p:spPr>
          <a:xfrm>
            <a:off x="10815484" y="-4732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Slide(2-3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4915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D10A9-0603-CF35-4CE4-B1D97EA14791}"/>
              </a:ext>
            </a:extLst>
          </p:cNvPr>
          <p:cNvSpPr txBox="1"/>
          <p:nvPr/>
        </p:nvSpPr>
        <p:spPr>
          <a:xfrm>
            <a:off x="0" y="0"/>
            <a:ext cx="11995355" cy="7987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Clr>
                <a:srgbClr val="000000"/>
              </a:buClr>
              <a:buFont typeface="Arial"/>
            </a:pPr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Prescriptive Analytics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By doing predictive analyses we can recommend which product to stock up and in which location 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Which store can be expanded and in which district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Recommending Discount on which category more and on which to provide cashback which can maximize the sales 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To deal with Negative reviews we can redirect those to faster Deliveries &amp; Courier Services.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For Loyalty of we can use Personalized Recommendations.</a:t>
            </a: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</a:pPr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Cognitive Analytics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Can use A/B testing to increase the sales and see which product is more preferable by Customers.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For understanding customer satisfaction in better way we can use polarity to understand the text also.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Can use preferences of customer and there buying patterns and recommending products more effectively.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Can use to detect Fraudulent  transactions by analyzing abnormal Behavior or Anomaly.</a:t>
            </a: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</a:pPr>
            <a:r>
              <a:rPr lang="en-US" sz="2400" b="1" u="sng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 Time Analytics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Basis of Customer it can personalize instant discount to users 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For 1 Star Review it can use trigger alerts within the hour of launch 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7DFBAFC3-8748-037E-696A-837E4066778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Use Case Of Analytics in Case Study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26646-D305-D0A6-E040-E87E51A15B11}"/>
              </a:ext>
            </a:extLst>
          </p:cNvPr>
          <p:cNvSpPr txBox="1"/>
          <p:nvPr/>
        </p:nvSpPr>
        <p:spPr>
          <a:xfrm>
            <a:off x="10815484" y="-4732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Slide(3-3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1750956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08764F-28DA-2CF8-FF8C-454CCA475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290"/>
            <a:ext cx="9026014" cy="53094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6718CF-8EE5-C340-44A0-56EEDA5169A5}"/>
              </a:ext>
            </a:extLst>
          </p:cNvPr>
          <p:cNvSpPr txBox="1"/>
          <p:nvPr/>
        </p:nvSpPr>
        <p:spPr>
          <a:xfrm>
            <a:off x="9291486" y="816497"/>
            <a:ext cx="2880851" cy="38779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Relationships</a:t>
            </a: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r>
              <a:rPr lang="en-US" sz="1400" dirty="0">
                <a:latin typeface="Arial Rounded MT Bold" panose="020F0704030504030204" pitchFamily="34" charset="0"/>
              </a:rPr>
              <a:t>1)Customer – Orders [One to Many]</a:t>
            </a:r>
          </a:p>
          <a:p>
            <a:endParaRPr lang="en-US" sz="1400" b="1" dirty="0">
              <a:latin typeface="Arial Rounded MT Bold" panose="020F0704030504030204" pitchFamily="34" charset="0"/>
            </a:endParaRPr>
          </a:p>
          <a:p>
            <a:r>
              <a:rPr lang="en-US" sz="1400" b="1" dirty="0">
                <a:latin typeface="Arial Rounded MT Bold" panose="020F0704030504030204" pitchFamily="34" charset="0"/>
              </a:rPr>
              <a:t>2) </a:t>
            </a:r>
            <a:r>
              <a:rPr lang="en-US" sz="1400" dirty="0">
                <a:latin typeface="Arial Rounded MT Bold" panose="020F0704030504030204" pitchFamily="34" charset="0"/>
              </a:rPr>
              <a:t>Orders – </a:t>
            </a:r>
            <a:r>
              <a:rPr lang="en-US" sz="1400" dirty="0" err="1">
                <a:latin typeface="Arial Rounded MT Bold" panose="020F0704030504030204" pitchFamily="34" charset="0"/>
              </a:rPr>
              <a:t>Orders_Payments</a:t>
            </a:r>
            <a:r>
              <a:rPr lang="en-US" sz="1400" dirty="0">
                <a:latin typeface="Arial Rounded MT Bold" panose="020F0704030504030204" pitchFamily="34" charset="0"/>
              </a:rPr>
              <a:t> [One to Many]</a:t>
            </a:r>
          </a:p>
          <a:p>
            <a:endParaRPr lang="en-US" sz="1400" b="1" dirty="0">
              <a:latin typeface="Arial Rounded MT Bold" panose="020F0704030504030204" pitchFamily="34" charset="0"/>
            </a:endParaRPr>
          </a:p>
          <a:p>
            <a:r>
              <a:rPr lang="en-US" sz="1400" b="1" dirty="0">
                <a:latin typeface="Arial Rounded MT Bold" panose="020F0704030504030204" pitchFamily="34" charset="0"/>
              </a:rPr>
              <a:t>3) </a:t>
            </a:r>
            <a:r>
              <a:rPr lang="en-US" sz="1400" dirty="0">
                <a:latin typeface="Arial Rounded MT Bold" panose="020F0704030504030204" pitchFamily="34" charset="0"/>
              </a:rPr>
              <a:t>Orders – </a:t>
            </a:r>
            <a:r>
              <a:rPr lang="en-US" sz="1400" dirty="0" err="1">
                <a:latin typeface="Arial Rounded MT Bold" panose="020F0704030504030204" pitchFamily="34" charset="0"/>
              </a:rPr>
              <a:t>Orders_Review_Ratings</a:t>
            </a:r>
            <a:r>
              <a:rPr lang="en-US" sz="1400" dirty="0">
                <a:latin typeface="Arial Rounded MT Bold" panose="020F0704030504030204" pitchFamily="34" charset="0"/>
              </a:rPr>
              <a:t> 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[One to Many]</a:t>
            </a:r>
          </a:p>
          <a:p>
            <a:endParaRPr lang="en-US" sz="1400" dirty="0">
              <a:latin typeface="Arial Rounded MT Bold" panose="020F0704030504030204" pitchFamily="34" charset="0"/>
            </a:endParaRPr>
          </a:p>
          <a:p>
            <a:r>
              <a:rPr lang="en-US" sz="1400" dirty="0">
                <a:latin typeface="Arial Rounded MT Bold" panose="020F0704030504030204" pitchFamily="34" charset="0"/>
              </a:rPr>
              <a:t>4) Orders – </a:t>
            </a:r>
            <a:r>
              <a:rPr lang="en-US" sz="1400" dirty="0" err="1">
                <a:latin typeface="Arial Rounded MT Bold" panose="020F0704030504030204" pitchFamily="34" charset="0"/>
              </a:rPr>
              <a:t>Stores_Info</a:t>
            </a:r>
            <a:r>
              <a:rPr lang="en-US" sz="1400" dirty="0">
                <a:latin typeface="Arial Rounded MT Bold" panose="020F0704030504030204" pitchFamily="34" charset="0"/>
              </a:rPr>
              <a:t> [Many to One]</a:t>
            </a:r>
          </a:p>
          <a:p>
            <a:endParaRPr lang="en-US" sz="1400" dirty="0">
              <a:latin typeface="Arial Rounded MT Bold" panose="020F0704030504030204" pitchFamily="34" charset="0"/>
            </a:endParaRPr>
          </a:p>
          <a:p>
            <a:r>
              <a:rPr lang="en-US" sz="1400" dirty="0">
                <a:latin typeface="Arial Rounded MT Bold" panose="020F0704030504030204" pitchFamily="34" charset="0"/>
              </a:rPr>
              <a:t>5) Orders – </a:t>
            </a:r>
            <a:r>
              <a:rPr lang="en-US" sz="1400" dirty="0" err="1">
                <a:latin typeface="Arial Rounded MT Bold" panose="020F0704030504030204" pitchFamily="34" charset="0"/>
              </a:rPr>
              <a:t>Product_Info</a:t>
            </a:r>
            <a:r>
              <a:rPr lang="en-US" sz="1400" dirty="0">
                <a:latin typeface="Arial Rounded MT Bold" panose="020F0704030504030204" pitchFamily="34" charset="0"/>
              </a:rPr>
              <a:t> [ Many to One]</a:t>
            </a:r>
            <a:endParaRPr lang="en-IN" sz="1400" dirty="0">
              <a:latin typeface="Arial Rounded MT Bold" panose="020F07040305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741594E-D8F6-33B6-346E-5B387B60B659}"/>
              </a:ext>
            </a:extLst>
          </p:cNvPr>
          <p:cNvSpPr/>
          <p:nvPr/>
        </p:nvSpPr>
        <p:spPr>
          <a:xfrm>
            <a:off x="8849032" y="4934562"/>
            <a:ext cx="3293807" cy="13470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</a:t>
            </a:r>
            <a:r>
              <a:rPr lang="en-US" dirty="0">
                <a:solidFill>
                  <a:schemeClr val="accent5"/>
                </a:solidFill>
              </a:rPr>
              <a:t>Star Schema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Orders Table = </a:t>
            </a:r>
            <a:r>
              <a:rPr lang="en-US" sz="1600" dirty="0" err="1">
                <a:solidFill>
                  <a:schemeClr val="tx1"/>
                </a:solidFill>
              </a:rPr>
              <a:t>Fact_Table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Other Tables = </a:t>
            </a:r>
            <a:r>
              <a:rPr lang="en-US" sz="1600" dirty="0" err="1">
                <a:solidFill>
                  <a:schemeClr val="tx1"/>
                </a:solidFill>
              </a:rPr>
              <a:t>Dimension_Table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13D8E509-A615-38CF-B80F-849A668E44C9}"/>
              </a:ext>
            </a:extLst>
          </p:cNvPr>
          <p:cNvSpPr txBox="1">
            <a:spLocks/>
          </p:cNvSpPr>
          <p:nvPr/>
        </p:nvSpPr>
        <p:spPr>
          <a:xfrm>
            <a:off x="19663" y="0"/>
            <a:ext cx="12172337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ERD DIAGRAM(Entity Relationship Diagram)</a:t>
            </a:r>
            <a:endParaRPr lang="en-IN" sz="293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230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7F28C1-6B91-4FE4-7EC1-50BDAA85B4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0228115"/>
              </p:ext>
            </p:extLst>
          </p:nvPr>
        </p:nvGraphicFramePr>
        <p:xfrm>
          <a:off x="176980" y="973458"/>
          <a:ext cx="11769213" cy="468008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923071">
                  <a:extLst>
                    <a:ext uri="{9D8B030D-6E8A-4147-A177-3AD203B41FA5}">
                      <a16:colId xmlns:a16="http://schemas.microsoft.com/office/drawing/2014/main" val="3831194430"/>
                    </a:ext>
                  </a:extLst>
                </a:gridCol>
                <a:gridCol w="3923071">
                  <a:extLst>
                    <a:ext uri="{9D8B030D-6E8A-4147-A177-3AD203B41FA5}">
                      <a16:colId xmlns:a16="http://schemas.microsoft.com/office/drawing/2014/main" val="2189775546"/>
                    </a:ext>
                  </a:extLst>
                </a:gridCol>
                <a:gridCol w="3923071">
                  <a:extLst>
                    <a:ext uri="{9D8B030D-6E8A-4147-A177-3AD203B41FA5}">
                      <a16:colId xmlns:a16="http://schemas.microsoft.com/office/drawing/2014/main" val="1182711956"/>
                    </a:ext>
                  </a:extLst>
                </a:gridCol>
              </a:tblGrid>
              <a:tr h="423448">
                <a:tc>
                  <a:txBody>
                    <a:bodyPr/>
                    <a:lstStyle/>
                    <a:p>
                      <a:r>
                        <a:rPr lang="en-US" dirty="0"/>
                        <a:t>Tables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Rows and Columns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577763"/>
                  </a:ext>
                </a:extLst>
              </a:tr>
              <a:tr h="1064160">
                <a:tc>
                  <a:txBody>
                    <a:bodyPr/>
                    <a:lstStyle/>
                    <a:p>
                      <a:r>
                        <a:rPr lang="en-US" sz="2000" dirty="0"/>
                        <a:t>Customers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Custid – float</a:t>
                      </a:r>
                    </a:p>
                    <a:p>
                      <a:r>
                        <a:rPr lang="en-US" sz="1400" dirty="0" err="1"/>
                        <a:t>Customer_city</a:t>
                      </a:r>
                      <a:r>
                        <a:rPr lang="en-US" sz="1400" dirty="0"/>
                        <a:t> – </a:t>
                      </a:r>
                      <a:r>
                        <a:rPr lang="en-US" sz="1400" dirty="0" err="1"/>
                        <a:t>nvarchar</a:t>
                      </a:r>
                      <a:r>
                        <a:rPr lang="en-US" sz="1400" dirty="0"/>
                        <a:t>(255)</a:t>
                      </a:r>
                    </a:p>
                    <a:p>
                      <a:r>
                        <a:rPr lang="en-US" sz="1400" dirty="0" err="1"/>
                        <a:t>Customer_state</a:t>
                      </a:r>
                      <a:r>
                        <a:rPr lang="en-US" sz="1400" dirty="0"/>
                        <a:t> –</a:t>
                      </a:r>
                      <a:r>
                        <a:rPr lang="en-US" sz="1400" dirty="0" err="1"/>
                        <a:t>nvarchar</a:t>
                      </a:r>
                      <a:r>
                        <a:rPr lang="en-US" sz="1400" dirty="0"/>
                        <a:t>(255)</a:t>
                      </a:r>
                    </a:p>
                    <a:p>
                      <a:r>
                        <a:rPr lang="en-US" sz="1400" dirty="0"/>
                        <a:t>Gender – </a:t>
                      </a:r>
                      <a:r>
                        <a:rPr lang="en-US" sz="1400" dirty="0" err="1"/>
                        <a:t>nvarchar</a:t>
                      </a:r>
                      <a:r>
                        <a:rPr lang="en-US" sz="1400" dirty="0"/>
                        <a:t>(255)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columns , 99441 rows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40090"/>
                  </a:ext>
                </a:extLst>
              </a:tr>
              <a:tr h="1785043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</a:rPr>
                        <a:t>Orders</a:t>
                      </a:r>
                      <a:endParaRPr lang="en-IN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Customer_id</a:t>
                      </a:r>
                      <a:r>
                        <a:rPr lang="en-US" sz="1400" dirty="0"/>
                        <a:t> – float , </a:t>
                      </a:r>
                      <a:r>
                        <a:rPr lang="en-US" sz="1400" dirty="0" err="1"/>
                        <a:t>order_id</a:t>
                      </a:r>
                      <a:r>
                        <a:rPr lang="en-US" sz="1400" dirty="0"/>
                        <a:t> – </a:t>
                      </a:r>
                      <a:r>
                        <a:rPr lang="en-US" sz="1400" dirty="0" err="1"/>
                        <a:t>nvarchar</a:t>
                      </a:r>
                      <a:r>
                        <a:rPr lang="en-US" sz="1400" dirty="0"/>
                        <a:t>(255)</a:t>
                      </a:r>
                    </a:p>
                    <a:p>
                      <a:r>
                        <a:rPr lang="en-US" sz="1400" dirty="0" err="1"/>
                        <a:t>Product_id</a:t>
                      </a:r>
                      <a:r>
                        <a:rPr lang="en-US" sz="1400" dirty="0"/>
                        <a:t> –</a:t>
                      </a:r>
                      <a:r>
                        <a:rPr lang="en-US" sz="1400" dirty="0" err="1"/>
                        <a:t>nvarchar</a:t>
                      </a:r>
                      <a:r>
                        <a:rPr lang="en-US" sz="1400" dirty="0"/>
                        <a:t>(255),channel – </a:t>
                      </a:r>
                      <a:r>
                        <a:rPr lang="en-US" sz="1400" dirty="0" err="1"/>
                        <a:t>nvarchar</a:t>
                      </a:r>
                      <a:r>
                        <a:rPr lang="en-US" sz="1400" dirty="0"/>
                        <a:t>(255),</a:t>
                      </a:r>
                      <a:r>
                        <a:rPr lang="en-US" sz="1400" dirty="0" err="1"/>
                        <a:t>delivered_storeid</a:t>
                      </a:r>
                      <a:r>
                        <a:rPr lang="en-US" sz="1400" dirty="0"/>
                        <a:t> – </a:t>
                      </a:r>
                      <a:r>
                        <a:rPr lang="en-US" sz="1400" dirty="0" err="1"/>
                        <a:t>nvarchar</a:t>
                      </a:r>
                      <a:r>
                        <a:rPr lang="en-US" sz="1400" dirty="0"/>
                        <a:t>(255),</a:t>
                      </a:r>
                      <a:r>
                        <a:rPr lang="en-US" sz="1400" dirty="0" err="1"/>
                        <a:t>bill_date_timestamp</a:t>
                      </a:r>
                      <a:r>
                        <a:rPr lang="en-US" sz="1400" dirty="0"/>
                        <a:t> – </a:t>
                      </a:r>
                      <a:r>
                        <a:rPr lang="en-US" sz="1400" dirty="0" err="1"/>
                        <a:t>nvarchar</a:t>
                      </a:r>
                      <a:r>
                        <a:rPr lang="en-US" sz="1400" dirty="0"/>
                        <a:t>(255),quantity (float), </a:t>
                      </a:r>
                      <a:r>
                        <a:rPr lang="en-US" sz="1400" dirty="0" err="1"/>
                        <a:t>cost_per_unit</a:t>
                      </a:r>
                      <a:r>
                        <a:rPr lang="en-US" sz="1400" dirty="0"/>
                        <a:t>  (float),</a:t>
                      </a:r>
                      <a:r>
                        <a:rPr lang="en-US" sz="1400" dirty="0" err="1"/>
                        <a:t>mrp</a:t>
                      </a:r>
                      <a:r>
                        <a:rPr lang="en-US" sz="1400" dirty="0"/>
                        <a:t> – </a:t>
                      </a:r>
                      <a:r>
                        <a:rPr lang="en-US" sz="1400" dirty="0" err="1"/>
                        <a:t>float,discount</a:t>
                      </a:r>
                      <a:r>
                        <a:rPr lang="en-US" sz="1400" dirty="0"/>
                        <a:t>(float),</a:t>
                      </a:r>
                      <a:r>
                        <a:rPr lang="en-US" sz="1400" dirty="0" err="1"/>
                        <a:t>total_amount</a:t>
                      </a:r>
                      <a:r>
                        <a:rPr lang="en-US" sz="1400" dirty="0"/>
                        <a:t>(float)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 columns,112650 rows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268971"/>
                  </a:ext>
                </a:extLst>
              </a:tr>
              <a:tr h="823866">
                <a:tc>
                  <a:txBody>
                    <a:bodyPr/>
                    <a:lstStyle/>
                    <a:p>
                      <a:r>
                        <a:rPr lang="en-US" sz="2000" kern="1200" dirty="0" err="1">
                          <a:solidFill>
                            <a:schemeClr val="dk1"/>
                          </a:solidFill>
                        </a:rPr>
                        <a:t>Order_Payment</a:t>
                      </a:r>
                      <a:endParaRPr lang="en-IN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Order_id</a:t>
                      </a:r>
                      <a:r>
                        <a:rPr lang="en-US" sz="1400" dirty="0"/>
                        <a:t> – </a:t>
                      </a:r>
                      <a:r>
                        <a:rPr lang="en-US" sz="1400" dirty="0" err="1"/>
                        <a:t>nvarchar</a:t>
                      </a:r>
                      <a:r>
                        <a:rPr lang="en-US" sz="1400" dirty="0"/>
                        <a:t>(255)</a:t>
                      </a:r>
                    </a:p>
                    <a:p>
                      <a:r>
                        <a:rPr lang="en-US" sz="1400" dirty="0" err="1"/>
                        <a:t>Payment_type</a:t>
                      </a:r>
                      <a:r>
                        <a:rPr lang="en-US" sz="1400" dirty="0"/>
                        <a:t> – </a:t>
                      </a:r>
                      <a:r>
                        <a:rPr lang="en-US" sz="1400" dirty="0" err="1"/>
                        <a:t>nvarchar</a:t>
                      </a:r>
                      <a:r>
                        <a:rPr lang="en-US" sz="1400" dirty="0"/>
                        <a:t>(255)</a:t>
                      </a:r>
                    </a:p>
                    <a:p>
                      <a:r>
                        <a:rPr lang="en-US" sz="1400" dirty="0" err="1"/>
                        <a:t>Payment_value</a:t>
                      </a:r>
                      <a:r>
                        <a:rPr lang="en-US" sz="1400" dirty="0"/>
                        <a:t> – float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columns ,103866 rows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846013"/>
                  </a:ext>
                </a:extLst>
              </a:tr>
              <a:tr h="583572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 dirty="0" err="1">
                          <a:solidFill>
                            <a:schemeClr val="dk1"/>
                          </a:solidFill>
                        </a:rPr>
                        <a:t>OrderReviews_Rating</a:t>
                      </a:r>
                      <a:endParaRPr lang="en-IN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kern="1200" dirty="0" err="1">
                          <a:solidFill>
                            <a:schemeClr val="dk1"/>
                          </a:solidFill>
                        </a:rPr>
                        <a:t>Order_id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 –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</a:rPr>
                        <a:t>nvarchar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(255)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400" kern="1200" dirty="0" err="1">
                          <a:solidFill>
                            <a:schemeClr val="dk1"/>
                          </a:solidFill>
                        </a:rPr>
                        <a:t>Customer_Satisfaction_score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 - Float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columns,100000 rows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740517"/>
                  </a:ext>
                </a:extLst>
              </a:tr>
            </a:tbl>
          </a:graphicData>
        </a:graphic>
      </p:graphicFrame>
      <p:sp>
        <p:nvSpPr>
          <p:cNvPr id="5" name="Title 2">
            <a:extLst>
              <a:ext uri="{FF2B5EF4-FFF2-40B4-BE49-F238E27FC236}">
                <a16:creationId xmlns:a16="http://schemas.microsoft.com/office/drawing/2014/main" id="{C5C70108-92FB-9D55-ED8F-168C4517EEC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Table Summaries</a:t>
            </a:r>
            <a:endParaRPr lang="en-IN" sz="293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DA9AC-280E-C923-0AF8-E5CCFC0F82B9}"/>
              </a:ext>
            </a:extLst>
          </p:cNvPr>
          <p:cNvSpPr txBox="1"/>
          <p:nvPr/>
        </p:nvSpPr>
        <p:spPr>
          <a:xfrm>
            <a:off x="10815484" y="-4732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Slide(1-2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3624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E28E-6480-DE55-216E-303A1F1B3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32E4BA-7444-F88E-FBEC-3FE5F79794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9128213"/>
              </p:ext>
            </p:extLst>
          </p:nvPr>
        </p:nvGraphicFramePr>
        <p:xfrm>
          <a:off x="78658" y="1111044"/>
          <a:ext cx="12034683" cy="431636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11561">
                  <a:extLst>
                    <a:ext uri="{9D8B030D-6E8A-4147-A177-3AD203B41FA5}">
                      <a16:colId xmlns:a16="http://schemas.microsoft.com/office/drawing/2014/main" val="3831194430"/>
                    </a:ext>
                  </a:extLst>
                </a:gridCol>
                <a:gridCol w="4011561">
                  <a:extLst>
                    <a:ext uri="{9D8B030D-6E8A-4147-A177-3AD203B41FA5}">
                      <a16:colId xmlns:a16="http://schemas.microsoft.com/office/drawing/2014/main" val="2189775546"/>
                    </a:ext>
                  </a:extLst>
                </a:gridCol>
                <a:gridCol w="4011561">
                  <a:extLst>
                    <a:ext uri="{9D8B030D-6E8A-4147-A177-3AD203B41FA5}">
                      <a16:colId xmlns:a16="http://schemas.microsoft.com/office/drawing/2014/main" val="1182711956"/>
                    </a:ext>
                  </a:extLst>
                </a:gridCol>
              </a:tblGrid>
              <a:tr h="505472">
                <a:tc>
                  <a:txBody>
                    <a:bodyPr/>
                    <a:lstStyle/>
                    <a:p>
                      <a:r>
                        <a:rPr lang="en-US" dirty="0"/>
                        <a:t>Tables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Rows and Columns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577763"/>
                  </a:ext>
                </a:extLst>
              </a:tr>
              <a:tr h="69661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 dirty="0" err="1">
                          <a:solidFill>
                            <a:schemeClr val="dk1"/>
                          </a:solidFill>
                        </a:rPr>
                        <a:t>OrderReviews_Rating</a:t>
                      </a:r>
                      <a:endParaRPr lang="en-IN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kern="1200" dirty="0" err="1">
                          <a:solidFill>
                            <a:schemeClr val="dk1"/>
                          </a:solidFill>
                        </a:rPr>
                        <a:t>Order_id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 –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</a:rPr>
                        <a:t>nvarchar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(255)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400" kern="1200" dirty="0" err="1">
                          <a:solidFill>
                            <a:schemeClr val="dk1"/>
                          </a:solidFill>
                        </a:rPr>
                        <a:t>Customer_Satisfaction_score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 - Float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columns,100000 rows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740517"/>
                  </a:ext>
                </a:extLst>
              </a:tr>
              <a:tr h="213082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 dirty="0" err="1">
                          <a:solidFill>
                            <a:schemeClr val="dk1"/>
                          </a:solidFill>
                        </a:rPr>
                        <a:t>Products_Info</a:t>
                      </a:r>
                      <a:endParaRPr lang="en-IN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400" kern="1200" dirty="0" err="1">
                          <a:solidFill>
                            <a:schemeClr val="dk1"/>
                          </a:solidFill>
                        </a:rPr>
                        <a:t>product_id-nvarchar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</a:rPr>
                        <a:t>(255),Category –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</a:rPr>
                        <a:t>nvarchar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</a:rPr>
                        <a:t>(255),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</a:rPr>
                        <a:t>product_name_length-float,product_description_length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</a:rPr>
                        <a:t> – float,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</a:rPr>
                        <a:t>product_photos_qty-float,product_weight_g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</a:rPr>
                        <a:t> –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</a:rPr>
                        <a:t>float,product_length_cm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</a:rPr>
                        <a:t> –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</a:rPr>
                        <a:t>float,product_height_cm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</a:rPr>
                        <a:t>float,product_weidth_cm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</a:rPr>
                        <a:t>-float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 columns ,32951 rows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026543"/>
                  </a:ext>
                </a:extLst>
              </a:tr>
              <a:tr h="983456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 dirty="0" err="1">
                          <a:solidFill>
                            <a:schemeClr val="dk1"/>
                          </a:solidFill>
                        </a:rPr>
                        <a:t>Store_Info</a:t>
                      </a:r>
                      <a:endParaRPr lang="en-IN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kern="1200" dirty="0" err="1">
                          <a:solidFill>
                            <a:schemeClr val="dk1"/>
                          </a:solidFill>
                        </a:rPr>
                        <a:t>Store_id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-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</a:rPr>
                        <a:t>nvarchar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(255),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</a:rPr>
                        <a:t>seller_city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 –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</a:rPr>
                        <a:t>nvarchar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(255),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</a:rPr>
                        <a:t>seller_state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 –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</a:rPr>
                        <a:t>nvarchar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(255),region-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</a:rPr>
                        <a:t>nvarchar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(255)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columns,535 rows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641550"/>
                  </a:ext>
                </a:extLst>
              </a:tr>
            </a:tbl>
          </a:graphicData>
        </a:graphic>
      </p:graphicFrame>
      <p:sp>
        <p:nvSpPr>
          <p:cNvPr id="5" name="Title 2">
            <a:extLst>
              <a:ext uri="{FF2B5EF4-FFF2-40B4-BE49-F238E27FC236}">
                <a16:creationId xmlns:a16="http://schemas.microsoft.com/office/drawing/2014/main" id="{94D8868C-EBF8-0A0F-996E-B27E27C58F6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Table Summaries</a:t>
            </a:r>
            <a:endParaRPr lang="en-IN" sz="293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322F4D-F064-9ECB-ADF6-B5F7BB770ECF}"/>
              </a:ext>
            </a:extLst>
          </p:cNvPr>
          <p:cNvSpPr txBox="1"/>
          <p:nvPr/>
        </p:nvSpPr>
        <p:spPr>
          <a:xfrm>
            <a:off x="10815484" y="-4732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Slide(2-2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8866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047D4DF-2D59-C2CE-D3A3-9813E21B8905}"/>
              </a:ext>
            </a:extLst>
          </p:cNvPr>
          <p:cNvSpPr txBox="1"/>
          <p:nvPr/>
        </p:nvSpPr>
        <p:spPr>
          <a:xfrm>
            <a:off x="58993" y="826213"/>
            <a:ext cx="1012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1) There are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IN" b="1" i="1" u="sng" dirty="0">
                <a:solidFill>
                  <a:srgbClr val="FF0000"/>
                </a:solidFill>
              </a:rPr>
              <a:t>12,685</a:t>
            </a:r>
            <a:r>
              <a:rPr lang="en-IN" sz="1600" dirty="0">
                <a:solidFill>
                  <a:srgbClr val="FF0000"/>
                </a:solidFill>
              </a:rPr>
              <a:t> </a:t>
            </a:r>
            <a:r>
              <a:rPr lang="en-IN" sz="1600" dirty="0"/>
              <a:t>rows in order table where there is a mismatch in </a:t>
            </a:r>
            <a:r>
              <a:rPr lang="en-IN" sz="1600" dirty="0" err="1"/>
              <a:t>Total_Amount</a:t>
            </a:r>
            <a:r>
              <a:rPr lang="en-IN" sz="1600" dirty="0"/>
              <a:t> and </a:t>
            </a:r>
            <a:r>
              <a:rPr lang="en-IN" sz="1600" dirty="0" err="1"/>
              <a:t>Payment_Value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D95C7-9163-F25C-0550-526769805260}"/>
              </a:ext>
            </a:extLst>
          </p:cNvPr>
          <p:cNvSpPr txBox="1"/>
          <p:nvPr/>
        </p:nvSpPr>
        <p:spPr>
          <a:xfrm>
            <a:off x="0" y="378671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2)There are </a:t>
            </a:r>
            <a:r>
              <a:rPr lang="en-US" sz="1600" b="1" i="1" u="sng" dirty="0">
                <a:solidFill>
                  <a:srgbClr val="FF0000"/>
                </a:solidFill>
              </a:rPr>
              <a:t>8847</a:t>
            </a:r>
            <a:r>
              <a:rPr lang="en-US" sz="1600" dirty="0"/>
              <a:t> records with same id’s ,</a:t>
            </a:r>
            <a:r>
              <a:rPr lang="en-US" sz="1600" dirty="0" err="1"/>
              <a:t>cost_per_unit</a:t>
            </a:r>
            <a:r>
              <a:rPr lang="en-US" sz="1600" dirty="0"/>
              <a:t> and same discount but different </a:t>
            </a:r>
            <a:r>
              <a:rPr lang="en-US" sz="1600" dirty="0" err="1"/>
              <a:t>total_amount</a:t>
            </a:r>
            <a:r>
              <a:rPr lang="en-US" sz="1600" dirty="0"/>
              <a:t> and qty (we can merge it together to decrease the duplicate records)</a:t>
            </a:r>
            <a:endParaRPr lang="en-IN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B10D2F-C805-38F5-42F3-E58D86490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11111"/>
            <a:ext cx="12192000" cy="16388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F928A73-52C5-D36A-CE4A-622FCC23C3C0}"/>
              </a:ext>
            </a:extLst>
          </p:cNvPr>
          <p:cNvSpPr/>
          <p:nvPr/>
        </p:nvSpPr>
        <p:spPr>
          <a:xfrm>
            <a:off x="3028335" y="4811111"/>
            <a:ext cx="1130710" cy="174700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70BE87-0165-5EE6-EA70-6698D10A50CA}"/>
              </a:ext>
            </a:extLst>
          </p:cNvPr>
          <p:cNvSpPr/>
          <p:nvPr/>
        </p:nvSpPr>
        <p:spPr>
          <a:xfrm>
            <a:off x="4159045" y="4811110"/>
            <a:ext cx="737420" cy="174700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90E918-5568-491B-2903-46303BBA7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3" y="1353420"/>
            <a:ext cx="7433186" cy="19317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8CD194C-AEAB-5717-3F04-E2679F5FBF24}"/>
              </a:ext>
            </a:extLst>
          </p:cNvPr>
          <p:cNvSpPr/>
          <p:nvPr/>
        </p:nvSpPr>
        <p:spPr>
          <a:xfrm>
            <a:off x="58993" y="1353420"/>
            <a:ext cx="1189703" cy="196381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11B96D-B82D-9690-A413-2AD2040719B2}"/>
              </a:ext>
            </a:extLst>
          </p:cNvPr>
          <p:cNvSpPr/>
          <p:nvPr/>
        </p:nvSpPr>
        <p:spPr>
          <a:xfrm>
            <a:off x="5358580" y="1337383"/>
            <a:ext cx="2133599" cy="196381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A71DA1-0018-8A10-66EE-B0433D4838DE}"/>
              </a:ext>
            </a:extLst>
          </p:cNvPr>
          <p:cNvSpPr txBox="1">
            <a:spLocks/>
          </p:cNvSpPr>
          <p:nvPr/>
        </p:nvSpPr>
        <p:spPr>
          <a:xfrm>
            <a:off x="0" y="7037"/>
            <a:ext cx="12192000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Discrepancies in Data </a:t>
            </a:r>
            <a:endParaRPr lang="en-IN" sz="293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7E232-3CAD-59D0-E356-61CF2043E9EA}"/>
              </a:ext>
            </a:extLst>
          </p:cNvPr>
          <p:cNvSpPr txBox="1"/>
          <p:nvPr/>
        </p:nvSpPr>
        <p:spPr>
          <a:xfrm>
            <a:off x="10815484" y="-4732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Slide(1-2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519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2C860AF-C256-D105-F7AA-D888F68366D8}"/>
              </a:ext>
            </a:extLst>
          </p:cNvPr>
          <p:cNvSpPr txBox="1"/>
          <p:nvPr/>
        </p:nvSpPr>
        <p:spPr>
          <a:xfrm>
            <a:off x="39329" y="3873615"/>
            <a:ext cx="12103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4) There are</a:t>
            </a:r>
            <a:r>
              <a:rPr lang="en-US" b="1" i="1" u="sng" dirty="0">
                <a:solidFill>
                  <a:srgbClr val="FF0000"/>
                </a:solidFill>
              </a:rPr>
              <a:t> 830 </a:t>
            </a:r>
            <a:r>
              <a:rPr lang="en-US" dirty="0"/>
              <a:t>rows which are there is orders Payment table but not present in orders table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9C470E-6DDC-E6DC-4B6C-885A80D4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50413"/>
            <a:ext cx="12192000" cy="132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A682A1D-647A-A674-A449-FCD9058C8FFD}"/>
              </a:ext>
            </a:extLst>
          </p:cNvPr>
          <p:cNvSpPr/>
          <p:nvPr/>
        </p:nvSpPr>
        <p:spPr>
          <a:xfrm>
            <a:off x="4021394" y="4630506"/>
            <a:ext cx="8121445" cy="13642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825F7-34C6-C295-A2E6-694FD395C245}"/>
              </a:ext>
            </a:extLst>
          </p:cNvPr>
          <p:cNvSpPr txBox="1"/>
          <p:nvPr/>
        </p:nvSpPr>
        <p:spPr>
          <a:xfrm>
            <a:off x="88490" y="799316"/>
            <a:ext cx="6312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3) There are </a:t>
            </a:r>
            <a:r>
              <a:rPr lang="en-IN" dirty="0"/>
              <a:t> </a:t>
            </a:r>
            <a:r>
              <a:rPr lang="en-IN" b="1" i="1" u="sng" dirty="0">
                <a:solidFill>
                  <a:srgbClr val="FF0000"/>
                </a:solidFill>
              </a:rPr>
              <a:t>3367 duplicates </a:t>
            </a:r>
            <a:r>
              <a:rPr lang="en-IN" dirty="0"/>
              <a:t>in </a:t>
            </a:r>
            <a:r>
              <a:rPr lang="en-IN" dirty="0" err="1"/>
              <a:t>orders_payments</a:t>
            </a:r>
            <a:r>
              <a:rPr lang="en-IN" dirty="0"/>
              <a:t>  table .</a:t>
            </a:r>
            <a:endParaRPr lang="en-IN" b="1" i="1" u="sng" dirty="0">
              <a:solidFill>
                <a:srgbClr val="FF000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9C8113C-553A-9ABE-109B-5CE811397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365"/>
            <a:ext cx="6918790" cy="20386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CE45D07-D19C-E78F-9E6D-7571F5A7115E}"/>
              </a:ext>
            </a:extLst>
          </p:cNvPr>
          <p:cNvSpPr/>
          <p:nvPr/>
        </p:nvSpPr>
        <p:spPr>
          <a:xfrm>
            <a:off x="0" y="1410271"/>
            <a:ext cx="3851125" cy="20386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CC90898-F1C0-C426-9180-D4187582D85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Discrepancies in Data </a:t>
            </a:r>
            <a:endParaRPr lang="en-IN" sz="293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5F286-41C2-469E-D4B7-5602D7C3DD91}"/>
              </a:ext>
            </a:extLst>
          </p:cNvPr>
          <p:cNvSpPr txBox="1"/>
          <p:nvPr/>
        </p:nvSpPr>
        <p:spPr>
          <a:xfrm>
            <a:off x="10815484" y="-4732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Slide(2-4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5551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10A8AE-B1B2-5F8D-582D-8DFC42C48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15" y="1488658"/>
            <a:ext cx="7051520" cy="14119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9FCCAB-03A8-0E7E-2243-345B8BA11435}"/>
              </a:ext>
            </a:extLst>
          </p:cNvPr>
          <p:cNvSpPr txBox="1"/>
          <p:nvPr/>
        </p:nvSpPr>
        <p:spPr>
          <a:xfrm>
            <a:off x="0" y="765657"/>
            <a:ext cx="6656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5) There are </a:t>
            </a:r>
            <a:r>
              <a:rPr lang="en-US" u="sng" dirty="0">
                <a:solidFill>
                  <a:srgbClr val="FF0000"/>
                </a:solidFill>
              </a:rPr>
              <a:t>700 duplicated Records </a:t>
            </a:r>
            <a:r>
              <a:rPr lang="en-US" dirty="0"/>
              <a:t>in </a:t>
            </a:r>
            <a:r>
              <a:rPr lang="en-US" dirty="0" err="1"/>
              <a:t>Order_Review_Ratings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62C0AB-8706-3359-7402-85D535D45A38}"/>
              </a:ext>
            </a:extLst>
          </p:cNvPr>
          <p:cNvSpPr/>
          <p:nvPr/>
        </p:nvSpPr>
        <p:spPr>
          <a:xfrm>
            <a:off x="120674" y="1422156"/>
            <a:ext cx="4237704" cy="15359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1B1E3E-CABE-66DC-8169-5F4FD113F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15" y="4178688"/>
            <a:ext cx="11383964" cy="18413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A9EBDF-B45F-E85E-F89F-903046C694D9}"/>
              </a:ext>
            </a:extLst>
          </p:cNvPr>
          <p:cNvSpPr txBox="1"/>
          <p:nvPr/>
        </p:nvSpPr>
        <p:spPr>
          <a:xfrm>
            <a:off x="120674" y="3429000"/>
            <a:ext cx="792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6) There are </a:t>
            </a:r>
            <a:r>
              <a:rPr lang="en-US" i="1" u="sng" dirty="0">
                <a:solidFill>
                  <a:srgbClr val="FF0000"/>
                </a:solidFill>
              </a:rPr>
              <a:t>623 rows </a:t>
            </a:r>
            <a:r>
              <a:rPr lang="en-US" dirty="0"/>
              <a:t>where category is not available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5C4F4F-BA5E-2861-761B-321BFD7D5CD5}"/>
              </a:ext>
            </a:extLst>
          </p:cNvPr>
          <p:cNvSpPr/>
          <p:nvPr/>
        </p:nvSpPr>
        <p:spPr>
          <a:xfrm>
            <a:off x="2369575" y="4155366"/>
            <a:ext cx="580103" cy="18189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C874DB1D-2768-C294-E0A4-198CF45007B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Discrepancies in Data </a:t>
            </a:r>
            <a:endParaRPr lang="en-IN" sz="293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2CAAFA-71E3-0E0F-AA62-03DD64FBE46E}"/>
              </a:ext>
            </a:extLst>
          </p:cNvPr>
          <p:cNvSpPr txBox="1"/>
          <p:nvPr/>
        </p:nvSpPr>
        <p:spPr>
          <a:xfrm>
            <a:off x="10815484" y="-4732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Slide(3-4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4962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B3C641-2836-9BDA-0964-A19581F89880}"/>
              </a:ext>
            </a:extLst>
          </p:cNvPr>
          <p:cNvSpPr txBox="1"/>
          <p:nvPr/>
        </p:nvSpPr>
        <p:spPr>
          <a:xfrm>
            <a:off x="0" y="2526566"/>
            <a:ext cx="6204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8) </a:t>
            </a:r>
            <a:r>
              <a:rPr lang="en-US" b="1" u="sng" dirty="0" err="1">
                <a:solidFill>
                  <a:srgbClr val="FF0000"/>
                </a:solidFill>
              </a:rPr>
              <a:t>Bill_Date_Timestamp</a:t>
            </a:r>
            <a:r>
              <a:rPr lang="en-US" b="1" u="sng" dirty="0">
                <a:solidFill>
                  <a:srgbClr val="FF0000"/>
                </a:solidFill>
              </a:rPr>
              <a:t>  </a:t>
            </a:r>
            <a:r>
              <a:rPr lang="en-US" dirty="0"/>
              <a:t>is also not in the correct format .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196EBA-6468-29C3-2B64-4BAE462CEA98}"/>
              </a:ext>
            </a:extLst>
          </p:cNvPr>
          <p:cNvSpPr txBox="1"/>
          <p:nvPr/>
        </p:nvSpPr>
        <p:spPr>
          <a:xfrm>
            <a:off x="34412" y="3192834"/>
            <a:ext cx="10903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9) There are </a:t>
            </a:r>
            <a:r>
              <a:rPr lang="en-US" b="1" i="1" u="sng" dirty="0">
                <a:solidFill>
                  <a:srgbClr val="FF0000"/>
                </a:solidFill>
              </a:rPr>
              <a:t>6730 rows  </a:t>
            </a:r>
            <a:r>
              <a:rPr lang="en-US" dirty="0"/>
              <a:t>in orders table whose </a:t>
            </a:r>
            <a:r>
              <a:rPr lang="en-US" dirty="0" err="1"/>
              <a:t>total_amount</a:t>
            </a:r>
            <a:r>
              <a:rPr lang="en-US" dirty="0"/>
              <a:t> is itself not correct </a:t>
            </a:r>
          </a:p>
          <a:p>
            <a:r>
              <a:rPr lang="en-US" b="1" i="1" u="sng" dirty="0" err="1">
                <a:solidFill>
                  <a:srgbClr val="FF0000"/>
                </a:solidFill>
              </a:rPr>
              <a:t>Total_amt</a:t>
            </a:r>
            <a:r>
              <a:rPr lang="en-US" b="1" i="1" u="sng" dirty="0">
                <a:solidFill>
                  <a:srgbClr val="FF0000"/>
                </a:solidFill>
              </a:rPr>
              <a:t> = qty * </a:t>
            </a:r>
            <a:r>
              <a:rPr lang="en-US" b="1" i="1" u="sng" dirty="0" err="1">
                <a:solidFill>
                  <a:srgbClr val="FF0000"/>
                </a:solidFill>
              </a:rPr>
              <a:t>mrp</a:t>
            </a:r>
            <a:r>
              <a:rPr lang="en-US" b="1" i="1" u="sng" dirty="0">
                <a:solidFill>
                  <a:srgbClr val="FF0000"/>
                </a:solidFill>
              </a:rPr>
              <a:t> - discount</a:t>
            </a:r>
            <a:endParaRPr lang="en-IN" b="1" i="1" u="sng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16CFE0-A1E4-CB62-B769-4C64AA791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" y="4200586"/>
            <a:ext cx="12192000" cy="16009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57A8EB-9DA7-1187-568A-CDBCE888AA11}"/>
              </a:ext>
            </a:extLst>
          </p:cNvPr>
          <p:cNvSpPr/>
          <p:nvPr/>
        </p:nvSpPr>
        <p:spPr>
          <a:xfrm>
            <a:off x="11316929" y="4200586"/>
            <a:ext cx="875071" cy="16009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AC79A7-A01D-5BA1-C3ED-E128D12C6C56}"/>
              </a:ext>
            </a:extLst>
          </p:cNvPr>
          <p:cNvSpPr txBox="1"/>
          <p:nvPr/>
        </p:nvSpPr>
        <p:spPr>
          <a:xfrm>
            <a:off x="34412" y="861119"/>
            <a:ext cx="1172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7) There is </a:t>
            </a:r>
            <a:r>
              <a:rPr lang="en-US" dirty="0" err="1">
                <a:solidFill>
                  <a:srgbClr val="FF0000"/>
                </a:solidFill>
              </a:rPr>
              <a:t>Store_id</a:t>
            </a:r>
            <a:r>
              <a:rPr lang="en-US" dirty="0">
                <a:solidFill>
                  <a:srgbClr val="FF0000"/>
                </a:solidFill>
              </a:rPr>
              <a:t> = ST410 </a:t>
            </a:r>
            <a:r>
              <a:rPr lang="en-US" dirty="0"/>
              <a:t>is duplicated in </a:t>
            </a:r>
            <a:r>
              <a:rPr lang="en-IN" dirty="0"/>
              <a:t>[Stores Info] Table.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7485BE-553F-F1A4-4ECD-1008987A5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293" y="1477641"/>
            <a:ext cx="6897329" cy="72024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8294EDA-F03B-E1F1-A4AD-E8B684D1F5A3}"/>
              </a:ext>
            </a:extLst>
          </p:cNvPr>
          <p:cNvSpPr/>
          <p:nvPr/>
        </p:nvSpPr>
        <p:spPr>
          <a:xfrm>
            <a:off x="9833" y="1477641"/>
            <a:ext cx="1455174" cy="7570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B9EB57C-241B-64FB-6168-02BB9F7F1EFB}"/>
              </a:ext>
            </a:extLst>
          </p:cNvPr>
          <p:cNvSpPr txBox="1">
            <a:spLocks/>
          </p:cNvSpPr>
          <p:nvPr/>
        </p:nvSpPr>
        <p:spPr>
          <a:xfrm>
            <a:off x="-12293" y="-20819"/>
            <a:ext cx="12192000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Discrepancies in Data </a:t>
            </a:r>
            <a:endParaRPr lang="en-IN" sz="293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AE9F2F-CF4C-C362-FB60-9F908D380832}"/>
              </a:ext>
            </a:extLst>
          </p:cNvPr>
          <p:cNvSpPr txBox="1"/>
          <p:nvPr/>
        </p:nvSpPr>
        <p:spPr>
          <a:xfrm>
            <a:off x="10815484" y="-4732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Slide(4-4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4037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F9B883-A1AD-7924-BC22-865F6FBFD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" y="766915"/>
            <a:ext cx="12172336" cy="55355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Bill_date_timestamp</a:t>
            </a:r>
            <a:r>
              <a:rPr lang="en-US" dirty="0"/>
              <a:t> is not in the correct format in orders table so converted that into correct </a:t>
            </a:r>
            <a:r>
              <a:rPr lang="en-US" dirty="0" err="1"/>
              <a:t>date_time</a:t>
            </a:r>
            <a:r>
              <a:rPr lang="en-US" dirty="0"/>
              <a:t> format and filter out on the basis of date from Sept_2021 to Oct_2023.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IN" dirty="0"/>
              <a:t>Orders table the </a:t>
            </a:r>
            <a:r>
              <a:rPr lang="en-IN" dirty="0" err="1"/>
              <a:t>total_amount</a:t>
            </a:r>
            <a:r>
              <a:rPr lang="en-IN" dirty="0"/>
              <a:t> is not in the correct format updated that </a:t>
            </a:r>
          </a:p>
          <a:p>
            <a:r>
              <a:rPr lang="en-IN" dirty="0">
                <a:solidFill>
                  <a:srgbClr val="FF0000"/>
                </a:solidFill>
              </a:rPr>
              <a:t>      [Total Amount] = Quantity*MRP-Discount (</a:t>
            </a:r>
            <a:r>
              <a:rPr lang="en-US" dirty="0"/>
              <a:t>2,261 rows  not following the correct </a:t>
            </a:r>
            <a:r>
              <a:rPr lang="en-US" dirty="0" err="1"/>
              <a:t>total_amount</a:t>
            </a:r>
            <a:r>
              <a:rPr lang="en-IN" dirty="0"/>
              <a:t>).</a:t>
            </a:r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 err="1"/>
              <a:t>Orders_payments</a:t>
            </a:r>
            <a:r>
              <a:rPr lang="en-IN" dirty="0"/>
              <a:t> there are 722 rows where </a:t>
            </a:r>
            <a:r>
              <a:rPr lang="en-IN" dirty="0" err="1"/>
              <a:t>order_id</a:t>
            </a:r>
            <a:r>
              <a:rPr lang="en-IN" dirty="0"/>
              <a:t> is there in </a:t>
            </a:r>
            <a:r>
              <a:rPr lang="en-IN" dirty="0" err="1"/>
              <a:t>orders_payment</a:t>
            </a:r>
            <a:r>
              <a:rPr lang="en-IN" dirty="0"/>
              <a:t> but they are not present on orders table so here I removed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There are 12,685 rows where </a:t>
            </a:r>
            <a:r>
              <a:rPr lang="en-IN" dirty="0" err="1"/>
              <a:t>total_payment</a:t>
            </a:r>
            <a:r>
              <a:rPr lang="en-IN" dirty="0"/>
              <a:t> and </a:t>
            </a:r>
            <a:r>
              <a:rPr lang="en-IN" dirty="0" err="1"/>
              <a:t>total_amt</a:t>
            </a:r>
            <a:r>
              <a:rPr lang="en-IN" dirty="0"/>
              <a:t> are not matching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There are 8847 duplicate records where in orders table by Qty and then  found out there are cumulative quantity so I have deleted the repeated records and kept the cumulative quantity records.</a:t>
            </a:r>
          </a:p>
          <a:p>
            <a:r>
              <a:rPr lang="en-IN" dirty="0"/>
              <a:t>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Then aggregated the orders table on the basis of ids and created this as a new table called</a:t>
            </a:r>
            <a:r>
              <a:rPr lang="en-IN" dirty="0"/>
              <a:t> </a:t>
            </a:r>
            <a:r>
              <a:rPr lang="en-IN" dirty="0" err="1"/>
              <a:t>orders_aggregate</a:t>
            </a:r>
            <a:r>
              <a:rPr lang="en-IN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Now in </a:t>
            </a:r>
            <a:r>
              <a:rPr lang="en-IN" dirty="0" err="1">
                <a:solidFill>
                  <a:schemeClr val="tx1"/>
                </a:solidFill>
              </a:rPr>
              <a:t>orders_aggregate</a:t>
            </a:r>
            <a:r>
              <a:rPr lang="en-IN" dirty="0">
                <a:solidFill>
                  <a:schemeClr val="tx1"/>
                </a:solidFill>
              </a:rPr>
              <a:t> table there are records where the channel is instore and multiple orders from different stores are there for a single order so for continuity updated the storied for those records with the </a:t>
            </a:r>
            <a:r>
              <a:rPr lang="en-IN" dirty="0" err="1">
                <a:solidFill>
                  <a:schemeClr val="tx1"/>
                </a:solidFill>
              </a:rPr>
              <a:t>store_id</a:t>
            </a:r>
            <a:r>
              <a:rPr lang="en-IN" dirty="0">
                <a:solidFill>
                  <a:schemeClr val="tx1"/>
                </a:solidFill>
              </a:rPr>
              <a:t> whose </a:t>
            </a:r>
            <a:r>
              <a:rPr lang="en-IN" dirty="0" err="1">
                <a:solidFill>
                  <a:schemeClr val="tx1"/>
                </a:solidFill>
              </a:rPr>
              <a:t>total_amt</a:t>
            </a:r>
            <a:r>
              <a:rPr lang="en-IN" dirty="0">
                <a:solidFill>
                  <a:schemeClr val="tx1"/>
                </a:solidFill>
              </a:rPr>
              <a:t> is more for that same </a:t>
            </a:r>
            <a:r>
              <a:rPr lang="en-IN" dirty="0" err="1">
                <a:solidFill>
                  <a:schemeClr val="tx1"/>
                </a:solidFill>
              </a:rPr>
              <a:t>order_id</a:t>
            </a:r>
            <a:r>
              <a:rPr lang="en-IN" dirty="0">
                <a:solidFill>
                  <a:schemeClr val="tx1"/>
                </a:solidFill>
              </a:rPr>
              <a:t>  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A5A4AB-7383-CB5A-D423-4E541B445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" y="0"/>
            <a:ext cx="12182168" cy="644013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Cleaning The Datasets 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322A6-6B18-C9CE-E75D-2622F58BB083}"/>
              </a:ext>
            </a:extLst>
          </p:cNvPr>
          <p:cNvSpPr txBox="1"/>
          <p:nvPr/>
        </p:nvSpPr>
        <p:spPr>
          <a:xfrm>
            <a:off x="10815484" y="-4732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Slide(1-2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43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34247A-A8B0-4478-2E0E-96D36D2A8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32" y="691339"/>
            <a:ext cx="12182168" cy="5650467"/>
          </a:xfrm>
        </p:spPr>
        <p:txBody>
          <a:bodyPr>
            <a:normAutofit/>
          </a:bodyPr>
          <a:lstStyle/>
          <a:p>
            <a:r>
              <a:rPr lang="en-US" dirty="0"/>
              <a:t>There are records where the channel is instore and the order is placed with different timestamp or dates for the same </a:t>
            </a:r>
            <a:r>
              <a:rPr lang="en-US" dirty="0" err="1"/>
              <a:t>order_id</a:t>
            </a:r>
            <a:r>
              <a:rPr lang="en-US" dirty="0"/>
              <a:t>  so updated all such records with min timestamp (</a:t>
            </a:r>
            <a:r>
              <a:rPr lang="en-IN" dirty="0"/>
              <a:t>6279 rows affected )</a:t>
            </a:r>
          </a:p>
          <a:p>
            <a:endParaRPr lang="en-IN" dirty="0"/>
          </a:p>
          <a:p>
            <a:r>
              <a:rPr lang="en-US" dirty="0"/>
              <a:t>In orders payment there are 3667 records are there where it having duplicates  by </a:t>
            </a:r>
            <a:r>
              <a:rPr lang="en-US" dirty="0" err="1"/>
              <a:t>order_id</a:t>
            </a:r>
            <a:r>
              <a:rPr lang="en-US" dirty="0"/>
              <a:t> and </a:t>
            </a:r>
            <a:r>
              <a:rPr lang="en-US" dirty="0" err="1"/>
              <a:t>order_payments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There are 3 records in </a:t>
            </a:r>
            <a:r>
              <a:rPr lang="en-US" dirty="0" err="1"/>
              <a:t>order_payments</a:t>
            </a:r>
            <a:r>
              <a:rPr lang="en-US" dirty="0"/>
              <a:t> where </a:t>
            </a:r>
            <a:r>
              <a:rPr lang="en-US" dirty="0" err="1"/>
              <a:t>payment_value</a:t>
            </a:r>
            <a:r>
              <a:rPr lang="en-US" dirty="0"/>
              <a:t> is null so removed it </a:t>
            </a:r>
          </a:p>
          <a:p>
            <a:endParaRPr lang="en-US" dirty="0"/>
          </a:p>
          <a:p>
            <a:r>
              <a:rPr lang="en-US" dirty="0"/>
              <a:t>Created </a:t>
            </a:r>
            <a:r>
              <a:rPr lang="en-IN" dirty="0" err="1"/>
              <a:t>orders_payment_clean</a:t>
            </a:r>
            <a:r>
              <a:rPr lang="en-IN" dirty="0"/>
              <a:t> table in which  </a:t>
            </a:r>
            <a:r>
              <a:rPr lang="en-US" dirty="0"/>
              <a:t>Transpose </a:t>
            </a:r>
            <a:r>
              <a:rPr lang="en-US" dirty="0" err="1"/>
              <a:t>orders_payments</a:t>
            </a:r>
            <a:r>
              <a:rPr lang="en-US" dirty="0"/>
              <a:t> tables in such that where created columns of there respective </a:t>
            </a:r>
            <a:r>
              <a:rPr lang="en-US" dirty="0" err="1"/>
              <a:t>payments_type</a:t>
            </a:r>
            <a:r>
              <a:rPr lang="en-US" dirty="0"/>
              <a:t> and the amt and a column called </a:t>
            </a:r>
            <a:r>
              <a:rPr lang="en-US" dirty="0" err="1"/>
              <a:t>total_payment_value</a:t>
            </a:r>
            <a:r>
              <a:rPr lang="en-US" dirty="0"/>
              <a:t> and there </a:t>
            </a:r>
            <a:r>
              <a:rPr lang="en-US" dirty="0" err="1"/>
              <a:t>order_id</a:t>
            </a:r>
            <a:r>
              <a:rPr lang="en-US" dirty="0"/>
              <a:t> .</a:t>
            </a:r>
          </a:p>
          <a:p>
            <a:endParaRPr lang="en-US" dirty="0"/>
          </a:p>
          <a:p>
            <a:r>
              <a:rPr lang="en-US" dirty="0"/>
              <a:t>In the </a:t>
            </a:r>
            <a:r>
              <a:rPr lang="en-US" dirty="0" err="1"/>
              <a:t>store_info</a:t>
            </a:r>
            <a:r>
              <a:rPr lang="en-US" dirty="0"/>
              <a:t> table there is 1 duplicate records removed that and created a table called </a:t>
            </a:r>
            <a:r>
              <a:rPr lang="en-IN" dirty="0" err="1"/>
              <a:t>store_info_clean</a:t>
            </a:r>
            <a:endParaRPr lang="en-IN" dirty="0"/>
          </a:p>
          <a:p>
            <a:endParaRPr lang="en-IN" dirty="0"/>
          </a:p>
          <a:p>
            <a:r>
              <a:rPr lang="en-IN" dirty="0"/>
              <a:t>In </a:t>
            </a:r>
            <a:r>
              <a:rPr lang="en-IN" dirty="0" err="1"/>
              <a:t>products_info</a:t>
            </a:r>
            <a:r>
              <a:rPr lang="en-IN" dirty="0"/>
              <a:t> there are categories which is having null so updated category column with others where there are null and removed all other table and named the table called </a:t>
            </a:r>
            <a:r>
              <a:rPr lang="en-IN" dirty="0" err="1"/>
              <a:t>product_info_clean</a:t>
            </a:r>
            <a:r>
              <a:rPr lang="en-IN" dirty="0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9B66B1F-7368-58ED-45B1-36739909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" y="0"/>
            <a:ext cx="12182168" cy="644013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Cleaning The Datasets 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0921A7-8FB2-23F8-3B20-9D781D6206D4}"/>
              </a:ext>
            </a:extLst>
          </p:cNvPr>
          <p:cNvSpPr txBox="1"/>
          <p:nvPr/>
        </p:nvSpPr>
        <p:spPr>
          <a:xfrm>
            <a:off x="10864647" y="-4732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Slide(2-3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4819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DDA479-CD7E-9904-2FE8-8F5C1D72DC5C}"/>
              </a:ext>
            </a:extLst>
          </p:cNvPr>
          <p:cNvSpPr txBox="1"/>
          <p:nvPr/>
        </p:nvSpPr>
        <p:spPr>
          <a:xfrm>
            <a:off x="0" y="880011"/>
            <a:ext cx="12192000" cy="152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2012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87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Order_Review_Ratings</a:t>
            </a:r>
            <a:r>
              <a:rPr lang="en-IN" sz="18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there are </a:t>
            </a:r>
            <a:r>
              <a:rPr lang="en-IN" sz="187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1,00,000</a:t>
            </a:r>
            <a:r>
              <a:rPr lang="en-IN" sz="18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records where there are many reviews by one customer so aggregated that and now there are </a:t>
            </a:r>
            <a:r>
              <a:rPr lang="en-IN" sz="187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99,441 </a:t>
            </a:r>
            <a:r>
              <a:rPr lang="en-IN" sz="18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records.</a:t>
            </a:r>
          </a:p>
          <a:p>
            <a:pPr marL="472012" indent="-285750">
              <a:buFont typeface="Arial" panose="020B0604020202020204" pitchFamily="34" charset="0"/>
              <a:buChar char="•"/>
            </a:pPr>
            <a:endParaRPr lang="en-IN" sz="187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72012" indent="-285750">
              <a:buFont typeface="Arial" panose="020B0604020202020204" pitchFamily="34" charset="0"/>
              <a:buChar char="•"/>
            </a:pPr>
            <a:r>
              <a:rPr lang="en-IN" sz="18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Between orders and </a:t>
            </a:r>
            <a:r>
              <a:rPr lang="en-IN" sz="187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orders_payments</a:t>
            </a:r>
            <a:r>
              <a:rPr lang="en-IN" sz="18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there is </a:t>
            </a:r>
            <a:r>
              <a:rPr lang="en-IN" dirty="0"/>
              <a:t>3,252 records where there is a mismatch between </a:t>
            </a:r>
            <a:r>
              <a:rPr lang="en-IN" dirty="0" err="1"/>
              <a:t>total_amount</a:t>
            </a:r>
            <a:r>
              <a:rPr lang="en-IN" dirty="0"/>
              <a:t> and </a:t>
            </a:r>
            <a:r>
              <a:rPr lang="en-IN" dirty="0" err="1"/>
              <a:t>total_payments</a:t>
            </a:r>
            <a:r>
              <a:rPr lang="en-IN" dirty="0"/>
              <a:t> ( as per the client requirement I am keeping those records also )</a:t>
            </a:r>
            <a:endParaRPr lang="en-IN" sz="187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CEBD7CF-ECF9-FA82-7824-CC2E1A20424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668594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kern="0" dirty="0">
                <a:latin typeface="Arial Black" panose="020B0A04020102020204" pitchFamily="34" charset="0"/>
              </a:rPr>
              <a:t>Cleaning The Datasets </a:t>
            </a:r>
            <a:endParaRPr lang="en-IN" sz="2930" kern="0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FD6CAC-B713-E756-B268-B61296A5FC96}"/>
              </a:ext>
            </a:extLst>
          </p:cNvPr>
          <p:cNvSpPr txBox="1"/>
          <p:nvPr/>
        </p:nvSpPr>
        <p:spPr>
          <a:xfrm>
            <a:off x="10844983" y="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Slide(3-3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9102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995F3-EBB2-E0B5-7201-C282A606EBBF}"/>
              </a:ext>
            </a:extLst>
          </p:cNvPr>
          <p:cNvSpPr txBox="1"/>
          <p:nvPr/>
        </p:nvSpPr>
        <p:spPr>
          <a:xfrm>
            <a:off x="54078" y="629110"/>
            <a:ext cx="181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err="1"/>
              <a:t>Orders_Table</a:t>
            </a:r>
            <a:r>
              <a:rPr lang="en-US" u="sng" dirty="0"/>
              <a:t> </a:t>
            </a:r>
            <a:endParaRPr lang="en-IN" u="sng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8277C6-C4C6-93B6-80B9-0FDFACD840A8}"/>
              </a:ext>
            </a:extLst>
          </p:cNvPr>
          <p:cNvSpPr/>
          <p:nvPr/>
        </p:nvSpPr>
        <p:spPr>
          <a:xfrm>
            <a:off x="403121" y="1122106"/>
            <a:ext cx="1818967" cy="1052052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1,12,650 records</a:t>
            </a: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8A33F1C-1759-13B0-27CF-4E03911B89C5}"/>
              </a:ext>
            </a:extLst>
          </p:cNvPr>
          <p:cNvCxnSpPr>
            <a:cxnSpLocks/>
          </p:cNvCxnSpPr>
          <p:nvPr/>
        </p:nvCxnSpPr>
        <p:spPr>
          <a:xfrm>
            <a:off x="2585884" y="1425677"/>
            <a:ext cx="737419" cy="0"/>
          </a:xfrm>
          <a:prstGeom prst="straightConnector1">
            <a:avLst/>
          </a:prstGeom>
          <a:ln w="7620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DA50F1-48AD-0413-5A20-D016A92091C6}"/>
              </a:ext>
            </a:extLst>
          </p:cNvPr>
          <p:cNvSpPr/>
          <p:nvPr/>
        </p:nvSpPr>
        <p:spPr>
          <a:xfrm>
            <a:off x="3687098" y="1157831"/>
            <a:ext cx="1818967" cy="1052052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1,02,425</a:t>
            </a:r>
          </a:p>
          <a:p>
            <a:pPr algn="ctr"/>
            <a:r>
              <a:rPr lang="en-US" dirty="0"/>
              <a:t>records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3058FC-C152-89DB-450C-42D41B2B0B14}"/>
              </a:ext>
            </a:extLst>
          </p:cNvPr>
          <p:cNvSpPr/>
          <p:nvPr/>
        </p:nvSpPr>
        <p:spPr>
          <a:xfrm>
            <a:off x="54078" y="2359895"/>
            <a:ext cx="2654709" cy="87983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By Merging order tables basis of ids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39C02-BC08-12A2-FFF6-9C854276A2F5}"/>
              </a:ext>
            </a:extLst>
          </p:cNvPr>
          <p:cNvSpPr/>
          <p:nvPr/>
        </p:nvSpPr>
        <p:spPr>
          <a:xfrm>
            <a:off x="3215146" y="2384476"/>
            <a:ext cx="3038168" cy="87998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Updated </a:t>
            </a:r>
            <a:r>
              <a:rPr lang="en-US" dirty="0" err="1"/>
              <a:t>Total_Amt</a:t>
            </a:r>
            <a:r>
              <a:rPr lang="en-US" dirty="0"/>
              <a:t> = </a:t>
            </a:r>
            <a:r>
              <a:rPr lang="en-US" dirty="0" err="1"/>
              <a:t>mrp</a:t>
            </a:r>
            <a:r>
              <a:rPr lang="en-US" dirty="0"/>
              <a:t>*(qty-discount)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572E41-3982-2185-F621-25A4F250D7B2}"/>
              </a:ext>
            </a:extLst>
          </p:cNvPr>
          <p:cNvSpPr txBox="1"/>
          <p:nvPr/>
        </p:nvSpPr>
        <p:spPr>
          <a:xfrm>
            <a:off x="54078" y="3856392"/>
            <a:ext cx="2944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err="1"/>
              <a:t>Orders_Payments_Table</a:t>
            </a:r>
            <a:r>
              <a:rPr lang="en-US" u="sng" dirty="0"/>
              <a:t> </a:t>
            </a:r>
            <a:endParaRPr lang="en-IN" u="sng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2474E6-A29D-565A-0EDC-641A8303DFE7}"/>
              </a:ext>
            </a:extLst>
          </p:cNvPr>
          <p:cNvSpPr/>
          <p:nvPr/>
        </p:nvSpPr>
        <p:spPr>
          <a:xfrm>
            <a:off x="403121" y="4404852"/>
            <a:ext cx="1818967" cy="1052052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103886 records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6F1619-910A-9021-F699-F7EC1263E991}"/>
              </a:ext>
            </a:extLst>
          </p:cNvPr>
          <p:cNvCxnSpPr>
            <a:cxnSpLocks/>
          </p:cNvCxnSpPr>
          <p:nvPr/>
        </p:nvCxnSpPr>
        <p:spPr>
          <a:xfrm>
            <a:off x="2708787" y="4965291"/>
            <a:ext cx="737419" cy="0"/>
          </a:xfrm>
          <a:prstGeom prst="straightConnector1">
            <a:avLst/>
          </a:prstGeom>
          <a:ln w="7620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5D0D2F-B9B3-7552-3C15-6CB55A66ADBC}"/>
              </a:ext>
            </a:extLst>
          </p:cNvPr>
          <p:cNvSpPr/>
          <p:nvPr/>
        </p:nvSpPr>
        <p:spPr>
          <a:xfrm>
            <a:off x="3824747" y="4404852"/>
            <a:ext cx="1818967" cy="1052052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99,437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records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683E57-80F4-3D8D-920C-A786FC82F7D0}"/>
              </a:ext>
            </a:extLst>
          </p:cNvPr>
          <p:cNvSpPr/>
          <p:nvPr/>
        </p:nvSpPr>
        <p:spPr>
          <a:xfrm>
            <a:off x="39333" y="5493229"/>
            <a:ext cx="3161068" cy="8778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 Duplicates basis of </a:t>
            </a:r>
            <a:r>
              <a:rPr lang="en-US" dirty="0" err="1"/>
              <a:t>order_ids</a:t>
            </a:r>
            <a:r>
              <a:rPr lang="en-US" dirty="0"/>
              <a:t> and </a:t>
            </a:r>
            <a:r>
              <a:rPr lang="en-US" dirty="0" err="1"/>
              <a:t>payment_type</a:t>
            </a:r>
            <a:r>
              <a:rPr lang="en-US" dirty="0"/>
              <a:t> by aggregating 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0AAD39-AEFB-7382-F40A-56E9D3D15205}"/>
              </a:ext>
            </a:extLst>
          </p:cNvPr>
          <p:cNvSpPr/>
          <p:nvPr/>
        </p:nvSpPr>
        <p:spPr>
          <a:xfrm>
            <a:off x="3446206" y="5581955"/>
            <a:ext cx="5845278" cy="7003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Adjusted the Rows in the </a:t>
            </a:r>
            <a:r>
              <a:rPr lang="en-US" dirty="0" err="1"/>
              <a:t>Order_payments</a:t>
            </a:r>
            <a:r>
              <a:rPr lang="en-US" dirty="0"/>
              <a:t> where the order id is available in </a:t>
            </a:r>
            <a:r>
              <a:rPr lang="en-US" dirty="0" err="1"/>
              <a:t>orders_payment</a:t>
            </a:r>
            <a:r>
              <a:rPr lang="en-US" dirty="0"/>
              <a:t> but not in orders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27973F-8DC6-1D8E-95AE-690C638D9245}"/>
              </a:ext>
            </a:extLst>
          </p:cNvPr>
          <p:cNvSpPr/>
          <p:nvPr/>
        </p:nvSpPr>
        <p:spPr>
          <a:xfrm>
            <a:off x="9483212" y="4827640"/>
            <a:ext cx="2654709" cy="145470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Cleaned the order </a:t>
            </a:r>
            <a:r>
              <a:rPr lang="en-US" dirty="0" err="1"/>
              <a:t>payment_value</a:t>
            </a:r>
            <a:r>
              <a:rPr lang="en-US" dirty="0"/>
              <a:t> by </a:t>
            </a:r>
            <a:r>
              <a:rPr lang="en-US" dirty="0" err="1"/>
              <a:t>payment_types</a:t>
            </a:r>
            <a:r>
              <a:rPr lang="en-US" dirty="0"/>
              <a:t> and </a:t>
            </a:r>
            <a:r>
              <a:rPr lang="en-US" dirty="0" err="1"/>
              <a:t>order_id</a:t>
            </a:r>
            <a:r>
              <a:rPr lang="en-US" dirty="0"/>
              <a:t> and to match with </a:t>
            </a:r>
            <a:r>
              <a:rPr lang="en-US" dirty="0" err="1"/>
              <a:t>payment_value</a:t>
            </a:r>
            <a:r>
              <a:rPr lang="en-US" dirty="0"/>
              <a:t> </a:t>
            </a:r>
            <a:endParaRPr lang="en-IN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201199BB-BD59-D91B-5C02-C972CF7EB544}"/>
              </a:ext>
            </a:extLst>
          </p:cNvPr>
          <p:cNvCxnSpPr/>
          <p:nvPr/>
        </p:nvCxnSpPr>
        <p:spPr>
          <a:xfrm>
            <a:off x="6253315" y="1268361"/>
            <a:ext cx="1641988" cy="1592824"/>
          </a:xfrm>
          <a:prstGeom prst="bentConnector3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EBBF9C4-B8FA-2289-3FE6-E822178E45C0}"/>
              </a:ext>
            </a:extLst>
          </p:cNvPr>
          <p:cNvCxnSpPr>
            <a:cxnSpLocks/>
          </p:cNvCxnSpPr>
          <p:nvPr/>
        </p:nvCxnSpPr>
        <p:spPr>
          <a:xfrm flipV="1">
            <a:off x="6096000" y="3583166"/>
            <a:ext cx="1927123" cy="1558793"/>
          </a:xfrm>
          <a:prstGeom prst="bentConnector3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8C2C1F9-00BF-4AC7-416D-7B5A754AB596}"/>
              </a:ext>
            </a:extLst>
          </p:cNvPr>
          <p:cNvSpPr/>
          <p:nvPr/>
        </p:nvSpPr>
        <p:spPr>
          <a:xfrm>
            <a:off x="8416412" y="2384476"/>
            <a:ext cx="3151239" cy="1607421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3,252</a:t>
            </a:r>
            <a:r>
              <a:rPr lang="en-US" dirty="0">
                <a:solidFill>
                  <a:schemeClr val="bg1"/>
                </a:solidFill>
              </a:rPr>
              <a:t>records </a:t>
            </a:r>
            <a:r>
              <a:rPr lang="en-US" dirty="0" err="1">
                <a:solidFill>
                  <a:schemeClr val="bg1"/>
                </a:solidFill>
              </a:rPr>
              <a:t>mimatch</a:t>
            </a:r>
            <a:r>
              <a:rPr lang="en-US" dirty="0">
                <a:solidFill>
                  <a:schemeClr val="bg1"/>
                </a:solidFill>
              </a:rPr>
              <a:t> between </a:t>
            </a:r>
            <a:r>
              <a:rPr lang="en-US" dirty="0" err="1">
                <a:solidFill>
                  <a:schemeClr val="bg1"/>
                </a:solidFill>
              </a:rPr>
              <a:t>total_amt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dirty="0" err="1">
                <a:solidFill>
                  <a:schemeClr val="bg1"/>
                </a:solidFill>
              </a:rPr>
              <a:t>payment_value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E33F43-E36F-8477-849E-2ACC62F60C55}"/>
              </a:ext>
            </a:extLst>
          </p:cNvPr>
          <p:cNvSpPr txBox="1">
            <a:spLocks/>
          </p:cNvSpPr>
          <p:nvPr/>
        </p:nvSpPr>
        <p:spPr>
          <a:xfrm>
            <a:off x="0" y="13516"/>
            <a:ext cx="12192000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Updated Records</a:t>
            </a:r>
            <a:endParaRPr lang="en-IN" sz="293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CE61D2-6F42-3112-94D3-A268BA4D19EF}"/>
              </a:ext>
            </a:extLst>
          </p:cNvPr>
          <p:cNvSpPr/>
          <p:nvPr/>
        </p:nvSpPr>
        <p:spPr>
          <a:xfrm>
            <a:off x="1853381" y="3277063"/>
            <a:ext cx="2782530" cy="6105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By keeping only Cumulative Qty 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A43FA8-EBD1-6B8D-E240-A99A2F525757}"/>
              </a:ext>
            </a:extLst>
          </p:cNvPr>
          <p:cNvSpPr txBox="1"/>
          <p:nvPr/>
        </p:nvSpPr>
        <p:spPr>
          <a:xfrm>
            <a:off x="10844983" y="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Slide(1-3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4293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AFE0CF-3B6F-339F-B204-0E3F432E7AE8}"/>
              </a:ext>
            </a:extLst>
          </p:cNvPr>
          <p:cNvSpPr/>
          <p:nvPr/>
        </p:nvSpPr>
        <p:spPr>
          <a:xfrm>
            <a:off x="471948" y="1285568"/>
            <a:ext cx="2241755" cy="11307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Store_Info_Table</a:t>
            </a:r>
            <a:r>
              <a:rPr lang="en-US" dirty="0"/>
              <a:t> </a:t>
            </a:r>
            <a:endParaRPr lang="en-IN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7332292-0BF2-1842-79F3-B5C9F6DF68DE}"/>
              </a:ext>
            </a:extLst>
          </p:cNvPr>
          <p:cNvCxnSpPr/>
          <p:nvPr/>
        </p:nvCxnSpPr>
        <p:spPr>
          <a:xfrm>
            <a:off x="3382297" y="1841088"/>
            <a:ext cx="894735" cy="0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2FFB379-04EA-2F3C-1799-62614ABBAFAE}"/>
              </a:ext>
            </a:extLst>
          </p:cNvPr>
          <p:cNvSpPr/>
          <p:nvPr/>
        </p:nvSpPr>
        <p:spPr>
          <a:xfrm>
            <a:off x="4729316" y="1285568"/>
            <a:ext cx="1848464" cy="1022555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535 records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499DD7-14C9-EA12-D4DA-D0E0AFD777F2}"/>
              </a:ext>
            </a:extLst>
          </p:cNvPr>
          <p:cNvCxnSpPr/>
          <p:nvPr/>
        </p:nvCxnSpPr>
        <p:spPr>
          <a:xfrm>
            <a:off x="6887496" y="1841088"/>
            <a:ext cx="894735" cy="0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ADE77AD-0B0A-4F64-65DA-ED412C59806A}"/>
              </a:ext>
            </a:extLst>
          </p:cNvPr>
          <p:cNvSpPr/>
          <p:nvPr/>
        </p:nvSpPr>
        <p:spPr>
          <a:xfrm>
            <a:off x="8141108" y="1221041"/>
            <a:ext cx="1848464" cy="1022555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534 records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269BB5-C55B-2B6D-3196-D9CC210453AB}"/>
              </a:ext>
            </a:extLst>
          </p:cNvPr>
          <p:cNvSpPr/>
          <p:nvPr/>
        </p:nvSpPr>
        <p:spPr>
          <a:xfrm>
            <a:off x="6410632" y="2561300"/>
            <a:ext cx="1848464" cy="771834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After Removing Duplicates here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E872B-E694-1517-752B-255E47A112FD}"/>
              </a:ext>
            </a:extLst>
          </p:cNvPr>
          <p:cNvSpPr txBox="1"/>
          <p:nvPr/>
        </p:nvSpPr>
        <p:spPr>
          <a:xfrm>
            <a:off x="0" y="638475"/>
            <a:ext cx="2910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err="1"/>
              <a:t>Store_Info_Table</a:t>
            </a:r>
            <a:endParaRPr lang="en-IN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7FB000-2F57-B5EB-1767-8B14C78803F1}"/>
              </a:ext>
            </a:extLst>
          </p:cNvPr>
          <p:cNvSpPr txBox="1"/>
          <p:nvPr/>
        </p:nvSpPr>
        <p:spPr>
          <a:xfrm>
            <a:off x="0" y="3429000"/>
            <a:ext cx="3411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err="1"/>
              <a:t>Order_Review_Ratings_Table</a:t>
            </a:r>
            <a:endParaRPr lang="en-IN" u="sn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E83348-C3C0-1C03-C7DF-1BDD3B446F39}"/>
              </a:ext>
            </a:extLst>
          </p:cNvPr>
          <p:cNvSpPr/>
          <p:nvPr/>
        </p:nvSpPr>
        <p:spPr>
          <a:xfrm>
            <a:off x="344129" y="3984522"/>
            <a:ext cx="2713704" cy="11307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Orders_Review_Ratings</a:t>
            </a:r>
            <a:r>
              <a:rPr lang="en-US" dirty="0"/>
              <a:t> 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DE10DF-7E1F-AAF9-8BC3-04DB5E924EF2}"/>
              </a:ext>
            </a:extLst>
          </p:cNvPr>
          <p:cNvCxnSpPr/>
          <p:nvPr/>
        </p:nvCxnSpPr>
        <p:spPr>
          <a:xfrm>
            <a:off x="3279058" y="4549877"/>
            <a:ext cx="894735" cy="0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E90E5CF-E7EC-C1DB-2A0B-603EEBED5CAB}"/>
              </a:ext>
            </a:extLst>
          </p:cNvPr>
          <p:cNvSpPr/>
          <p:nvPr/>
        </p:nvSpPr>
        <p:spPr>
          <a:xfrm>
            <a:off x="4277032" y="4038599"/>
            <a:ext cx="1730478" cy="1022555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1,00,000 records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9E613E-0BE9-65D1-0AA8-93BD3A5EC57C}"/>
              </a:ext>
            </a:extLst>
          </p:cNvPr>
          <p:cNvCxnSpPr/>
          <p:nvPr/>
        </p:nvCxnSpPr>
        <p:spPr>
          <a:xfrm>
            <a:off x="6135329" y="4549877"/>
            <a:ext cx="894735" cy="0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42678C5-F6D2-8290-D363-E809EC01023E}"/>
              </a:ext>
            </a:extLst>
          </p:cNvPr>
          <p:cNvSpPr/>
          <p:nvPr/>
        </p:nvSpPr>
        <p:spPr>
          <a:xfrm>
            <a:off x="7157883" y="4092677"/>
            <a:ext cx="1848464" cy="1022555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99,441</a:t>
            </a:r>
          </a:p>
          <a:p>
            <a:pPr algn="ctr"/>
            <a:r>
              <a:rPr lang="en-US" dirty="0"/>
              <a:t> records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92597B-39D0-B30F-E4D9-2F5AA3C54602}"/>
              </a:ext>
            </a:extLst>
          </p:cNvPr>
          <p:cNvSpPr/>
          <p:nvPr/>
        </p:nvSpPr>
        <p:spPr>
          <a:xfrm>
            <a:off x="5653548" y="5294669"/>
            <a:ext cx="1848464" cy="1022555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After aggregating the records 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820D1B-72C9-4B4D-E3DF-BF0EE4C7A219}"/>
              </a:ext>
            </a:extLst>
          </p:cNvPr>
          <p:cNvSpPr txBox="1">
            <a:spLocks/>
          </p:cNvSpPr>
          <p:nvPr/>
        </p:nvSpPr>
        <p:spPr>
          <a:xfrm>
            <a:off x="0" y="-15981"/>
            <a:ext cx="12231329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Updated Records</a:t>
            </a:r>
            <a:endParaRPr lang="en-IN" sz="293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6B555-01A4-E384-5D94-1D881ED847CC}"/>
              </a:ext>
            </a:extLst>
          </p:cNvPr>
          <p:cNvSpPr txBox="1"/>
          <p:nvPr/>
        </p:nvSpPr>
        <p:spPr>
          <a:xfrm>
            <a:off x="10844983" y="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Slide(2-3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1687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A890B3-6041-44A4-712B-C636ABDDDE71}"/>
              </a:ext>
            </a:extLst>
          </p:cNvPr>
          <p:cNvSpPr txBox="1"/>
          <p:nvPr/>
        </p:nvSpPr>
        <p:spPr>
          <a:xfrm>
            <a:off x="0" y="816078"/>
            <a:ext cx="2910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err="1"/>
              <a:t>Products_Info_Table</a:t>
            </a:r>
            <a:endParaRPr lang="en-IN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5BE39B-7C7A-C246-BACA-0889FC5710A8}"/>
              </a:ext>
            </a:extLst>
          </p:cNvPr>
          <p:cNvSpPr/>
          <p:nvPr/>
        </p:nvSpPr>
        <p:spPr>
          <a:xfrm>
            <a:off x="363792" y="1509249"/>
            <a:ext cx="2241755" cy="11307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Product_Info</a:t>
            </a:r>
            <a:endParaRPr lang="en-IN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5393535-759D-FC56-B55F-FDD88779D660}"/>
              </a:ext>
            </a:extLst>
          </p:cNvPr>
          <p:cNvCxnSpPr/>
          <p:nvPr/>
        </p:nvCxnSpPr>
        <p:spPr>
          <a:xfrm>
            <a:off x="2812027" y="2074604"/>
            <a:ext cx="894735" cy="0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9964134-216A-822E-48E2-4B76F732C7E4}"/>
              </a:ext>
            </a:extLst>
          </p:cNvPr>
          <p:cNvSpPr/>
          <p:nvPr/>
        </p:nvSpPr>
        <p:spPr>
          <a:xfrm>
            <a:off x="4050892" y="1563326"/>
            <a:ext cx="1848464" cy="1022555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32951 records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BB11BB-60CA-B975-B7BF-9150CB6B41D3}"/>
              </a:ext>
            </a:extLst>
          </p:cNvPr>
          <p:cNvSpPr/>
          <p:nvPr/>
        </p:nvSpPr>
        <p:spPr>
          <a:xfrm>
            <a:off x="6420469" y="1332893"/>
            <a:ext cx="1848464" cy="1307066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Updating the null categories as not available .</a:t>
            </a:r>
            <a:endParaRPr lang="en-IN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AD4C25A-3DA9-C6C4-A3CA-22DC53E9D7AD}"/>
              </a:ext>
            </a:extLst>
          </p:cNvPr>
          <p:cNvSpPr txBox="1">
            <a:spLocks/>
          </p:cNvSpPr>
          <p:nvPr/>
        </p:nvSpPr>
        <p:spPr>
          <a:xfrm>
            <a:off x="0" y="-15981"/>
            <a:ext cx="12231329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Updated Records</a:t>
            </a:r>
            <a:endParaRPr lang="en-IN" sz="293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B20F7E-A1B8-F7F1-1A0E-41DD02600021}"/>
              </a:ext>
            </a:extLst>
          </p:cNvPr>
          <p:cNvSpPr txBox="1"/>
          <p:nvPr/>
        </p:nvSpPr>
        <p:spPr>
          <a:xfrm>
            <a:off x="10844983" y="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Slide(3-3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0A80C2-1C48-8D2F-4773-AB3559EF494B}"/>
              </a:ext>
            </a:extLst>
          </p:cNvPr>
          <p:cNvSpPr txBox="1"/>
          <p:nvPr/>
        </p:nvSpPr>
        <p:spPr>
          <a:xfrm>
            <a:off x="-58995" y="3244334"/>
            <a:ext cx="2910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err="1"/>
              <a:t>Customer_Table</a:t>
            </a:r>
            <a:endParaRPr lang="en-IN" u="sn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C9C600-11E3-6D39-86DE-0F5CC9678C74}"/>
              </a:ext>
            </a:extLst>
          </p:cNvPr>
          <p:cNvSpPr/>
          <p:nvPr/>
        </p:nvSpPr>
        <p:spPr>
          <a:xfrm>
            <a:off x="363792" y="3962398"/>
            <a:ext cx="2241755" cy="11307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Customer_Table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0A3CDF-CDD4-FEFB-E429-569288DDF149}"/>
              </a:ext>
            </a:extLst>
          </p:cNvPr>
          <p:cNvCxnSpPr/>
          <p:nvPr/>
        </p:nvCxnSpPr>
        <p:spPr>
          <a:xfrm>
            <a:off x="2787446" y="4527753"/>
            <a:ext cx="894735" cy="0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7B50E39-E1B7-0423-EF15-9BB42609E836}"/>
              </a:ext>
            </a:extLst>
          </p:cNvPr>
          <p:cNvSpPr/>
          <p:nvPr/>
        </p:nvSpPr>
        <p:spPr>
          <a:xfrm>
            <a:off x="4050892" y="4070553"/>
            <a:ext cx="1848464" cy="1022555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99,441</a:t>
            </a:r>
            <a:r>
              <a:rPr lang="en-US" dirty="0"/>
              <a:t> records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5FF84F-E303-CBD7-4095-1B5230A816EF}"/>
              </a:ext>
            </a:extLst>
          </p:cNvPr>
          <p:cNvSpPr/>
          <p:nvPr/>
        </p:nvSpPr>
        <p:spPr>
          <a:xfrm>
            <a:off x="6420469" y="3962398"/>
            <a:ext cx="1848464" cy="1307066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table is cleaned.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4635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54B963-D739-5D79-094B-51489BA6DA35}"/>
              </a:ext>
            </a:extLst>
          </p:cNvPr>
          <p:cNvSpPr txBox="1"/>
          <p:nvPr/>
        </p:nvSpPr>
        <p:spPr>
          <a:xfrm>
            <a:off x="0" y="2457929"/>
            <a:ext cx="12192000" cy="101566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err="1">
                <a:latin typeface="Arial Black" panose="020B0A04020102020204" pitchFamily="34" charset="0"/>
              </a:rPr>
              <a:t>Retail_Analysis</a:t>
            </a:r>
            <a:r>
              <a:rPr lang="en-US" sz="6000" b="1" dirty="0">
                <a:latin typeface="Arial Black" panose="020B0A04020102020204" pitchFamily="34" charset="0"/>
              </a:rPr>
              <a:t> 360</a:t>
            </a:r>
            <a:endParaRPr lang="en-IN" sz="60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844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0431551-7434-78A6-792D-D8A2B3659713}"/>
              </a:ext>
            </a:extLst>
          </p:cNvPr>
          <p:cNvSpPr txBox="1">
            <a:spLocks/>
          </p:cNvSpPr>
          <p:nvPr/>
        </p:nvSpPr>
        <p:spPr>
          <a:xfrm>
            <a:off x="0" y="-15981"/>
            <a:ext cx="12231329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Business Overview</a:t>
            </a:r>
            <a:endParaRPr lang="en-IN" sz="293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9DA2A7-C170-030F-1FD9-3D5E09F3FA7A}"/>
              </a:ext>
            </a:extLst>
          </p:cNvPr>
          <p:cNvSpPr txBox="1"/>
          <p:nvPr/>
        </p:nvSpPr>
        <p:spPr>
          <a:xfrm>
            <a:off x="158619" y="1082352"/>
            <a:ext cx="1165393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Business  operates across 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39 stores and 19 states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divided into 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regions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focuses on understanding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performance, customer behavior, and product trends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these regions to uncover growth opportunities and improve profitability 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orders          -   “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98663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Customers   –   “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98572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Almost 1:1 ratio which means that each customer had made roughly one order on average.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Revenue generated is 16.35 million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running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efficiently as it is generating nearly 14.3% of profit margin indicating it is a healthy relationship.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discount % is 3.1 which means for every 100 sales business gives on average 3.1 as discount which is a good sign means the business is not running based on discount showing healthy demand.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112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97B561-C670-48E6-F45E-729D5E798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104940"/>
              </p:ext>
            </p:extLst>
          </p:nvPr>
        </p:nvGraphicFramePr>
        <p:xfrm>
          <a:off x="2332651" y="1233219"/>
          <a:ext cx="7240555" cy="3759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752392">
                  <a:extLst>
                    <a:ext uri="{9D8B030D-6E8A-4147-A177-3AD203B41FA5}">
                      <a16:colId xmlns:a16="http://schemas.microsoft.com/office/drawing/2014/main" val="2569588438"/>
                    </a:ext>
                  </a:extLst>
                </a:gridCol>
                <a:gridCol w="2488163">
                  <a:extLst>
                    <a:ext uri="{9D8B030D-6E8A-4147-A177-3AD203B41FA5}">
                      <a16:colId xmlns:a16="http://schemas.microsoft.com/office/drawing/2014/main" val="569631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33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Orders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98,663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99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Total_Customers</a:t>
                      </a:r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98,572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464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Total_Revenue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16.35 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906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Profit Margin %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14.3%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389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 err="1"/>
                        <a:t>Total_Profit</a:t>
                      </a:r>
                      <a:r>
                        <a:rPr lang="en-IN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2.34 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5899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Avg_Customer_Value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165.89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4620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Avg_Discount_Per_cust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5.16%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5804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Top </a:t>
                      </a:r>
                      <a:r>
                        <a:rPr lang="en-US" dirty="0" err="1"/>
                        <a:t>Perfoming</a:t>
                      </a:r>
                      <a:r>
                        <a:rPr lang="en-US" dirty="0"/>
                        <a:t> Region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South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311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Least Performing Region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4702698"/>
                  </a:ext>
                </a:extLst>
              </a:tr>
            </a:tbl>
          </a:graphicData>
        </a:graphic>
      </p:graphicFrame>
      <p:sp>
        <p:nvSpPr>
          <p:cNvPr id="5" name="Title 2">
            <a:extLst>
              <a:ext uri="{FF2B5EF4-FFF2-40B4-BE49-F238E27FC236}">
                <a16:creationId xmlns:a16="http://schemas.microsoft.com/office/drawing/2014/main" id="{B74B6333-F8ED-084B-B5EB-4A2D09EA99A6}"/>
              </a:ext>
            </a:extLst>
          </p:cNvPr>
          <p:cNvSpPr txBox="1">
            <a:spLocks/>
          </p:cNvSpPr>
          <p:nvPr/>
        </p:nvSpPr>
        <p:spPr>
          <a:xfrm>
            <a:off x="0" y="-15981"/>
            <a:ext cx="12231329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High-Level Business Metrics &amp; Insights</a:t>
            </a:r>
          </a:p>
        </p:txBody>
      </p:sp>
    </p:spTree>
    <p:extLst>
      <p:ext uri="{BB962C8B-B14F-4D97-AF65-F5344CB8AC3E}">
        <p14:creationId xmlns:p14="http://schemas.microsoft.com/office/powerpoint/2010/main" val="4084141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B7DA844-DE5E-F024-95F9-63C33BABD5AB}"/>
              </a:ext>
            </a:extLst>
          </p:cNvPr>
          <p:cNvSpPr txBox="1">
            <a:spLocks/>
          </p:cNvSpPr>
          <p:nvPr/>
        </p:nvSpPr>
        <p:spPr>
          <a:xfrm>
            <a:off x="0" y="-15981"/>
            <a:ext cx="12231329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Revenue Growth Analysis &amp; Interpretation (2022–2023</a:t>
            </a:r>
            <a:r>
              <a:rPr lang="en-IN" sz="32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C423D-4CF9-B8E7-8941-9EB9ABBB9514}"/>
              </a:ext>
            </a:extLst>
          </p:cNvPr>
          <p:cNvSpPr txBox="1"/>
          <p:nvPr/>
        </p:nvSpPr>
        <p:spPr>
          <a:xfrm>
            <a:off x="429208" y="560437"/>
            <a:ext cx="1170159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Total Revenue is almost 16.35 M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 is divided into 2021,2022,2023 in which 2021 has only 2 months data 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the below analysis related to how changes in revenue is happened from 2022 to 2023 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products price ranges from 6.08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7,060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number of customer in 2022 is 45,282 and it increase 11k new customer in 2023 which is one of the reason of revenue gets increased in 2023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in 2022 - 7.22M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in 2023 - 9.06M  [Hike of 25.5%]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average customer value is same in both year kind of constant  177 means customers is purchased once as the repeat rate in both year is also same a slight change which means the customer retention is low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Quantity plays a major  role in revenue expansion from 2022 to 2023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revenue growth was volume-driven rather than value-driven, suggesting that the business successfully expanded its customer base and boosted unit sales while maintaining its low-cost, high-volume model.”</a:t>
            </a:r>
            <a:endParaRPr lang="en-IN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7689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A493D2A-695C-033B-5BA7-956B60D428A6}"/>
              </a:ext>
            </a:extLst>
          </p:cNvPr>
          <p:cNvSpPr txBox="1">
            <a:spLocks/>
          </p:cNvSpPr>
          <p:nvPr/>
        </p:nvSpPr>
        <p:spPr>
          <a:xfrm>
            <a:off x="0" y="-15981"/>
            <a:ext cx="12231329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Revenue Growth Analysis &amp; Interpretation (2022–2023</a:t>
            </a:r>
            <a:r>
              <a:rPr lang="en-IN" sz="3200" dirty="0"/>
              <a:t>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0042EB-2AB8-F63C-6EBC-C0A065272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62852"/>
              </p:ext>
            </p:extLst>
          </p:nvPr>
        </p:nvGraphicFramePr>
        <p:xfrm>
          <a:off x="1250301" y="719667"/>
          <a:ext cx="10310324" cy="5214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581">
                  <a:extLst>
                    <a:ext uri="{9D8B030D-6E8A-4147-A177-3AD203B41FA5}">
                      <a16:colId xmlns:a16="http://schemas.microsoft.com/office/drawing/2014/main" val="592200795"/>
                    </a:ext>
                  </a:extLst>
                </a:gridCol>
                <a:gridCol w="2577581">
                  <a:extLst>
                    <a:ext uri="{9D8B030D-6E8A-4147-A177-3AD203B41FA5}">
                      <a16:colId xmlns:a16="http://schemas.microsoft.com/office/drawing/2014/main" val="1525615139"/>
                    </a:ext>
                  </a:extLst>
                </a:gridCol>
                <a:gridCol w="2577581">
                  <a:extLst>
                    <a:ext uri="{9D8B030D-6E8A-4147-A177-3AD203B41FA5}">
                      <a16:colId xmlns:a16="http://schemas.microsoft.com/office/drawing/2014/main" val="693663781"/>
                    </a:ext>
                  </a:extLst>
                </a:gridCol>
                <a:gridCol w="2577581">
                  <a:extLst>
                    <a:ext uri="{9D8B030D-6E8A-4147-A177-3AD203B41FA5}">
                      <a16:colId xmlns:a16="http://schemas.microsoft.com/office/drawing/2014/main" val="711177858"/>
                    </a:ext>
                  </a:extLst>
                </a:gridCol>
              </a:tblGrid>
              <a:tr h="346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2375160"/>
                  </a:ext>
                </a:extLst>
              </a:tr>
              <a:tr h="346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Total Revenue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7.22M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9.06M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+25.5% ↑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3711991"/>
                  </a:ext>
                </a:extLst>
              </a:tr>
              <a:tr h="541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Total Customers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45,282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56,808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+25.4% ↑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5252566"/>
                  </a:ext>
                </a:extLst>
              </a:tr>
              <a:tr h="608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Avg Customer Value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177.69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177.97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≈ Same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697660"/>
                  </a:ext>
                </a:extLst>
              </a:tr>
              <a:tr h="608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Avg Discount per Customer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5.28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Slight 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4870840"/>
                  </a:ext>
                </a:extLst>
              </a:tr>
              <a:tr h="870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High-Value Customers (&gt;2000)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+25.6% 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517884"/>
                  </a:ext>
                </a:extLst>
              </a:tr>
              <a:tr h="774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Qty Sold (Products &lt;2000)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52,035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65,219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+25.4% ↑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800379"/>
                  </a:ext>
                </a:extLst>
              </a:tr>
              <a:tr h="1007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Customers Buying Products &lt;2000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43,486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54,620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+25.6% ↑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475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579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E31BD8F0-9084-FFEC-BE93-4C098AC35C66}"/>
              </a:ext>
            </a:extLst>
          </p:cNvPr>
          <p:cNvSpPr txBox="1">
            <a:spLocks/>
          </p:cNvSpPr>
          <p:nvPr/>
        </p:nvSpPr>
        <p:spPr>
          <a:xfrm>
            <a:off x="0" y="-15981"/>
            <a:ext cx="12231329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Monthly Sales and Order Trends</a:t>
            </a:r>
            <a:endParaRPr lang="en-IN" sz="293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D8863C-21A6-5411-16E2-4248033B5556}"/>
              </a:ext>
            </a:extLst>
          </p:cNvPr>
          <p:cNvSpPr txBox="1"/>
          <p:nvPr/>
        </p:nvSpPr>
        <p:spPr>
          <a:xfrm>
            <a:off x="6941977" y="1343609"/>
            <a:ext cx="4935894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combo chart shows our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trend of total revenue and total orders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is shown as bars, and orders are represented by the line on the secondary axis.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Observations</a:t>
            </a:r>
            <a:r>
              <a:rPr lang="en-US" sz="16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number of orders as well as revenue trends are increasing until august and then there is sudden decrease in orders as well as revenue and then there is a rise 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peak month is  august which has 13,857 as number of orders and 2.6 million as  revenue generated 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3D13E8-342F-75B9-3EF8-FBDD819E6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608"/>
            <a:ext cx="6876661" cy="40318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13137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0D0A82-9DFA-6862-84CF-C42C29ACD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50292" y="858583"/>
            <a:ext cx="5961159" cy="5206315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marL="186262" indent="0">
              <a:buNone/>
            </a:pPr>
            <a:r>
              <a:rPr lang="en-US" u="sng" dirty="0">
                <a:solidFill>
                  <a:srgbClr val="FFC000"/>
                </a:solidFill>
              </a:rPr>
              <a:t>Observations</a:t>
            </a:r>
            <a:r>
              <a:rPr lang="en-US" dirty="0">
                <a:solidFill>
                  <a:srgbClr val="FFC000"/>
                </a:solidFill>
              </a:rPr>
              <a:t> -</a:t>
            </a:r>
          </a:p>
          <a:p>
            <a:r>
              <a:rPr lang="en-US" dirty="0"/>
              <a:t>The chart Shows how the Total Orders – 98,663</a:t>
            </a:r>
          </a:p>
          <a:p>
            <a:pPr marL="186262" indent="0">
              <a:buNone/>
            </a:pPr>
            <a:r>
              <a:rPr lang="en-US" dirty="0"/>
              <a:t>Getting distributed between different times of the day we</a:t>
            </a:r>
          </a:p>
          <a:p>
            <a:pPr marL="186262" indent="0">
              <a:buNone/>
            </a:pPr>
            <a:r>
              <a:rPr lang="en-US" dirty="0"/>
              <a:t>Can say most customer giving orders in morning which is</a:t>
            </a:r>
          </a:p>
          <a:p>
            <a:pPr marL="186262" indent="0">
              <a:buNone/>
            </a:pPr>
            <a:r>
              <a:rPr lang="en-US" dirty="0"/>
              <a:t> majorly contributing to 40% of total orders , Afternoon </a:t>
            </a:r>
          </a:p>
          <a:p>
            <a:pPr marL="186262" indent="0">
              <a:buNone/>
            </a:pPr>
            <a:r>
              <a:rPr lang="en-US" dirty="0"/>
              <a:t>Also Contributing well but least orders are at</a:t>
            </a:r>
          </a:p>
          <a:p>
            <a:pPr marL="186262" indent="0">
              <a:buNone/>
            </a:pPr>
            <a:r>
              <a:rPr lang="en-US" dirty="0"/>
              <a:t> Night which is only 9%.</a:t>
            </a:r>
          </a:p>
          <a:p>
            <a:pPr marL="186262" indent="0">
              <a:buNone/>
            </a:pPr>
            <a:endParaRPr lang="en-US" dirty="0"/>
          </a:p>
          <a:p>
            <a:r>
              <a:rPr lang="en-US" dirty="0"/>
              <a:t>We can also see the customer visiting more in 2 am</a:t>
            </a:r>
          </a:p>
          <a:p>
            <a:pPr marL="186262" indent="0">
              <a:buNone/>
            </a:pPr>
            <a:r>
              <a:rPr lang="en-US" dirty="0"/>
              <a:t>which we can say it as a peak hour and </a:t>
            </a:r>
            <a:r>
              <a:rPr lang="en-US" dirty="0" err="1"/>
              <a:t>Total_customers</a:t>
            </a:r>
            <a:r>
              <a:rPr lang="en-US" dirty="0"/>
              <a:t> </a:t>
            </a:r>
          </a:p>
          <a:p>
            <a:pPr marL="186262" indent="0">
              <a:buNone/>
            </a:pPr>
            <a:r>
              <a:rPr lang="en-US" dirty="0"/>
              <a:t>are 7370 customers</a:t>
            </a:r>
          </a:p>
          <a:p>
            <a:pPr marL="186262" indent="0">
              <a:buNone/>
            </a:pPr>
            <a:endParaRPr lang="en-US" dirty="0"/>
          </a:p>
          <a:p>
            <a:pPr marL="186262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EF0FF8-6EF9-5D87-96E9-F9414085F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19548"/>
            <a:ext cx="5402423" cy="27245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7F9FA77A-731E-5984-779F-27EA447BD153}"/>
              </a:ext>
            </a:extLst>
          </p:cNvPr>
          <p:cNvSpPr txBox="1">
            <a:spLocks/>
          </p:cNvSpPr>
          <p:nvPr/>
        </p:nvSpPr>
        <p:spPr>
          <a:xfrm>
            <a:off x="0" y="-15981"/>
            <a:ext cx="12231329" cy="57641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Distribution Of Orders by </a:t>
            </a:r>
            <a:r>
              <a:rPr lang="en-US" sz="2930" b="1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Time_Bin</a:t>
            </a:r>
            <a:endParaRPr lang="en-IN" sz="293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993975-AB35-9D9B-28D1-776F6F917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22915"/>
            <a:ext cx="5402424" cy="25939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80B1B0-D9C0-A11C-89E4-13D3A70D1C92}"/>
              </a:ext>
            </a:extLst>
          </p:cNvPr>
          <p:cNvSpPr txBox="1"/>
          <p:nvPr/>
        </p:nvSpPr>
        <p:spPr>
          <a:xfrm>
            <a:off x="0" y="3353583"/>
            <a:ext cx="540242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Peak time of Customer visits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6287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B606E262-0C93-572B-302E-06F30098F85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kern="0" dirty="0">
                <a:latin typeface="Arial Black" panose="020B0A04020102020204" pitchFamily="34" charset="0"/>
              </a:rPr>
              <a:t>Weekends/Weekdays</a:t>
            </a:r>
            <a:endParaRPr lang="en-IN" sz="2930" kern="0" dirty="0"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72F70F-2DE6-379F-9BBB-4BD8815D6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3" y="1196380"/>
            <a:ext cx="6716062" cy="2110704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E9966A-FFC5-5012-F41E-464F7E74DCD7}"/>
              </a:ext>
            </a:extLst>
          </p:cNvPr>
          <p:cNvSpPr txBox="1"/>
          <p:nvPr/>
        </p:nvSpPr>
        <p:spPr>
          <a:xfrm>
            <a:off x="107643" y="692472"/>
            <a:ext cx="550748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Number of Orders on Weekends and Weekdays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849BB7-2791-4A87-FB58-50775F05ABFF}"/>
              </a:ext>
            </a:extLst>
          </p:cNvPr>
          <p:cNvSpPr txBox="1"/>
          <p:nvPr/>
        </p:nvSpPr>
        <p:spPr>
          <a:xfrm>
            <a:off x="107643" y="3462875"/>
            <a:ext cx="550748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Revenue Based on Weekends and Weekdays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1A6B4-5256-B2E4-CF1A-4A837A8BE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0554" y="783770"/>
            <a:ext cx="4843803" cy="5432417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Observations –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Numbers of Orders on Weekdays are more </a:t>
            </a:r>
          </a:p>
          <a:p>
            <a:r>
              <a:rPr lang="en-US" dirty="0">
                <a:solidFill>
                  <a:schemeClr val="tx1"/>
                </a:solidFill>
              </a:rPr>
              <a:t>than Weekends and we can see this Trends across all  Years.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Most orders and Revenue Generated in 2023 with orders count in weekdays as 59956 and in weekends as 17080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least orders and revenue is contributed in Year 2021 which is only 15 thousand as revenue.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2022 is also doing well in revenue as well as in orders count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rgbClr val="FFC000"/>
                </a:solidFill>
              </a:rPr>
              <a:t>“weekday orders consistently outperform weekends orders across all years”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070353-8E1B-D705-E2B7-81991D8FD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43" y="3987998"/>
            <a:ext cx="6716061" cy="23121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381937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749BA-9EAE-D2D4-99FE-807BF6EAE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73" y="679604"/>
            <a:ext cx="5696745" cy="5498790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186262" indent="0">
              <a:buNone/>
            </a:pPr>
            <a:r>
              <a:rPr lang="en-US" dirty="0">
                <a:solidFill>
                  <a:srgbClr val="FFC000"/>
                </a:solidFill>
              </a:rPr>
              <a:t>Observations –</a:t>
            </a:r>
          </a:p>
          <a:p>
            <a:pPr marL="186262" indent="0">
              <a:buNone/>
            </a:pPr>
            <a:endParaRPr lang="en-US" dirty="0"/>
          </a:p>
          <a:p>
            <a:r>
              <a:rPr lang="en-US" dirty="0"/>
              <a:t>Usage of Credit Cards are total of 75% </a:t>
            </a:r>
          </a:p>
          <a:p>
            <a:pPr marL="186262" indent="0">
              <a:buNone/>
            </a:pPr>
            <a:r>
              <a:rPr lang="en-US" dirty="0"/>
              <a:t>Which means customer are making payments  </a:t>
            </a:r>
          </a:p>
          <a:p>
            <a:pPr marL="186262" indent="0">
              <a:buNone/>
            </a:pPr>
            <a:r>
              <a:rPr lang="en-US" dirty="0"/>
              <a:t>Majorly by credit cards and  Total Revenue </a:t>
            </a:r>
          </a:p>
          <a:p>
            <a:pPr marL="186262" indent="0">
              <a:buNone/>
            </a:pPr>
            <a:r>
              <a:rPr lang="en-US" dirty="0"/>
              <a:t>Generated by credit cards  are 13.19 M .</a:t>
            </a:r>
          </a:p>
          <a:p>
            <a:pPr marL="186262" indent="0">
              <a:buNone/>
            </a:pPr>
            <a:endParaRPr lang="en-US" dirty="0"/>
          </a:p>
          <a:p>
            <a:r>
              <a:rPr lang="en-US" dirty="0"/>
              <a:t>Payment done by UPI/Cash is about 19% and </a:t>
            </a:r>
          </a:p>
          <a:p>
            <a:pPr marL="186262" indent="0">
              <a:buNone/>
            </a:pPr>
            <a:r>
              <a:rPr lang="en-US" dirty="0"/>
              <a:t>Revenue generated by that is 3M in Total </a:t>
            </a:r>
          </a:p>
          <a:p>
            <a:pPr marL="186262" indent="0">
              <a:buNone/>
            </a:pPr>
            <a:endParaRPr lang="en-US" dirty="0"/>
          </a:p>
          <a:p>
            <a:r>
              <a:rPr lang="en-US" dirty="0"/>
              <a:t>Least used payment channel is Debit card which </a:t>
            </a:r>
          </a:p>
          <a:p>
            <a:pPr marL="186262" indent="0">
              <a:buNone/>
            </a:pPr>
            <a:r>
              <a:rPr lang="en-US" dirty="0"/>
              <a:t>Is only 2%  and the revenue is generated by it is </a:t>
            </a:r>
          </a:p>
          <a:p>
            <a:pPr marL="186262" indent="0">
              <a:buNone/>
            </a:pPr>
            <a:r>
              <a:rPr lang="en-US" dirty="0"/>
              <a:t>2.3 lakh.</a:t>
            </a:r>
          </a:p>
          <a:p>
            <a:pPr marL="186262" indent="0">
              <a:buNone/>
            </a:pPr>
            <a:endParaRPr lang="en-US" dirty="0"/>
          </a:p>
          <a:p>
            <a:pPr marL="186262" indent="0">
              <a:buNone/>
            </a:pPr>
            <a:r>
              <a:rPr lang="en-US" dirty="0">
                <a:solidFill>
                  <a:srgbClr val="FFC000"/>
                </a:solidFill>
              </a:rPr>
              <a:t>“Preferred channel of payments by Customer is Credit Card and lest used is Debit card”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D9C3DA1-DE95-BF86-19C8-5A50A8F49F6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kern="0" dirty="0">
                <a:latin typeface="Arial Black" panose="020B0A04020102020204" pitchFamily="34" charset="0"/>
              </a:rPr>
              <a:t>Payment Type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1A3A7F-7DE9-FD94-6A35-2F16EDD58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536302"/>
            <a:ext cx="5696744" cy="26809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A7DDD4-442F-E365-F9DB-9E7D9BE46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0752"/>
            <a:ext cx="5696745" cy="27882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641609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68627-D9D8-E7CB-710C-B97261424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1011"/>
            <a:ext cx="5725324" cy="25752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3D5FE9-E9D9-9464-54E7-23700DBD255E}"/>
              </a:ext>
            </a:extLst>
          </p:cNvPr>
          <p:cNvSpPr txBox="1"/>
          <p:nvPr/>
        </p:nvSpPr>
        <p:spPr>
          <a:xfrm>
            <a:off x="0" y="731679"/>
            <a:ext cx="526246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Top 10 </a:t>
            </a:r>
            <a:r>
              <a:rPr lang="en-US" dirty="0" err="1"/>
              <a:t>customer_city</a:t>
            </a:r>
            <a:r>
              <a:rPr lang="en-US" dirty="0"/>
              <a:t> on based of orders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B53A63-EF9E-7ADB-2A96-53630E8FC3C6}"/>
              </a:ext>
            </a:extLst>
          </p:cNvPr>
          <p:cNvSpPr txBox="1"/>
          <p:nvPr/>
        </p:nvSpPr>
        <p:spPr>
          <a:xfrm>
            <a:off x="0" y="3917068"/>
            <a:ext cx="526246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Top 1 </a:t>
            </a:r>
            <a:r>
              <a:rPr lang="en-US" dirty="0" err="1"/>
              <a:t>customer_city</a:t>
            </a:r>
            <a:r>
              <a:rPr lang="en-US" dirty="0"/>
              <a:t> on based of Transactions</a:t>
            </a:r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2A0127D-DC5A-0594-17D6-397477037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736499"/>
              </p:ext>
            </p:extLst>
          </p:nvPr>
        </p:nvGraphicFramePr>
        <p:xfrm>
          <a:off x="-18662" y="4406803"/>
          <a:ext cx="8127999" cy="75196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99837">
                  <a:extLst>
                    <a:ext uri="{9D8B030D-6E8A-4147-A177-3AD203B41FA5}">
                      <a16:colId xmlns:a16="http://schemas.microsoft.com/office/drawing/2014/main" val="3472711299"/>
                    </a:ext>
                  </a:extLst>
                </a:gridCol>
                <a:gridCol w="2318829">
                  <a:extLst>
                    <a:ext uri="{9D8B030D-6E8A-4147-A177-3AD203B41FA5}">
                      <a16:colId xmlns:a16="http://schemas.microsoft.com/office/drawing/2014/main" val="3837390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30939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Total_transactions</a:t>
                      </a:r>
                      <a:r>
                        <a:rPr lang="en-IN" dirty="0"/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Customer_city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Customer_state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06733"/>
                  </a:ext>
                </a:extLst>
              </a:tr>
              <a:tr h="261475">
                <a:tc>
                  <a:txBody>
                    <a:bodyPr/>
                    <a:lstStyle/>
                    <a:p>
                      <a:r>
                        <a:rPr lang="en-IN" dirty="0"/>
                        <a:t>15385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Akkarampalle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Andhra Pradesh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1760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F2CAC09-6C89-089A-6F3B-DB00886F7222}"/>
              </a:ext>
            </a:extLst>
          </p:cNvPr>
          <p:cNvSpPr txBox="1"/>
          <p:nvPr/>
        </p:nvSpPr>
        <p:spPr>
          <a:xfrm>
            <a:off x="0" y="5158771"/>
            <a:ext cx="526246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Top 1 </a:t>
            </a:r>
            <a:r>
              <a:rPr lang="en-US" dirty="0" err="1"/>
              <a:t>customer_city</a:t>
            </a:r>
            <a:r>
              <a:rPr lang="en-US" dirty="0"/>
              <a:t> on based of Revenue</a:t>
            </a:r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69D2828-8FAC-5460-510E-53777183D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611293"/>
              </p:ext>
            </p:extLst>
          </p:nvPr>
        </p:nvGraphicFramePr>
        <p:xfrm>
          <a:off x="0" y="5606635"/>
          <a:ext cx="8127999" cy="75196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99837">
                  <a:extLst>
                    <a:ext uri="{9D8B030D-6E8A-4147-A177-3AD203B41FA5}">
                      <a16:colId xmlns:a16="http://schemas.microsoft.com/office/drawing/2014/main" val="3472711299"/>
                    </a:ext>
                  </a:extLst>
                </a:gridCol>
                <a:gridCol w="2318829">
                  <a:extLst>
                    <a:ext uri="{9D8B030D-6E8A-4147-A177-3AD203B41FA5}">
                      <a16:colId xmlns:a16="http://schemas.microsoft.com/office/drawing/2014/main" val="3837390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30939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Total_Revenue</a:t>
                      </a:r>
                      <a:r>
                        <a:rPr lang="en-IN" dirty="0"/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Customer_city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Customer_state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06733"/>
                  </a:ext>
                </a:extLst>
              </a:tr>
              <a:tr h="261475">
                <a:tc>
                  <a:txBody>
                    <a:bodyPr/>
                    <a:lstStyle/>
                    <a:p>
                      <a:r>
                        <a:rPr lang="en-IN" dirty="0"/>
                        <a:t>2253297.94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Akkarampalle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Andhra Pradesh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176064"/>
                  </a:ext>
                </a:extLst>
              </a:tr>
            </a:tbl>
          </a:graphicData>
        </a:graphic>
      </p:graphicFrame>
      <p:sp>
        <p:nvSpPr>
          <p:cNvPr id="13" name="Title 2">
            <a:extLst>
              <a:ext uri="{FF2B5EF4-FFF2-40B4-BE49-F238E27FC236}">
                <a16:creationId xmlns:a16="http://schemas.microsoft.com/office/drawing/2014/main" id="{C3501CA7-74E3-C8D5-BD85-FB0AABF4E3F8}"/>
              </a:ext>
            </a:extLst>
          </p:cNvPr>
          <p:cNvSpPr txBox="1">
            <a:spLocks/>
          </p:cNvSpPr>
          <p:nvPr/>
        </p:nvSpPr>
        <p:spPr>
          <a:xfrm>
            <a:off x="0" y="-43278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kern="0" dirty="0" err="1">
                <a:latin typeface="Arial Black" panose="020B0A04020102020204" pitchFamily="34" charset="0"/>
              </a:rPr>
              <a:t>Customer_Analysis</a:t>
            </a:r>
            <a:endParaRPr lang="en-IN" sz="2930" kern="0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899F72-444A-F28F-A289-8197AEDD9A2C}"/>
              </a:ext>
            </a:extLst>
          </p:cNvPr>
          <p:cNvSpPr txBox="1"/>
          <p:nvPr/>
        </p:nvSpPr>
        <p:spPr>
          <a:xfrm>
            <a:off x="7100596" y="1788470"/>
            <a:ext cx="3638939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Akkarampalle</a:t>
            </a:r>
            <a:r>
              <a:rPr lang="en-IN" dirty="0"/>
              <a:t>  city contributes the most  in terms of count of orders as well as in revenue about 2.2M  sales  </a:t>
            </a:r>
          </a:p>
        </p:txBody>
      </p:sp>
    </p:spTree>
    <p:extLst>
      <p:ext uri="{BB962C8B-B14F-4D97-AF65-F5344CB8AC3E}">
        <p14:creationId xmlns:p14="http://schemas.microsoft.com/office/powerpoint/2010/main" val="16603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BB98C01-E87F-41CC-9E25-E4D4912AD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3" y="1127186"/>
            <a:ext cx="5203324" cy="244515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6A2420-98BA-28DF-367B-D41F51BB1A02}"/>
              </a:ext>
            </a:extLst>
          </p:cNvPr>
          <p:cNvSpPr txBox="1"/>
          <p:nvPr/>
        </p:nvSpPr>
        <p:spPr>
          <a:xfrm>
            <a:off x="76223" y="3598249"/>
            <a:ext cx="52033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Revenue by Active &amp; churned &amp;customer counts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018AD6-8932-0586-FDB5-B04F52802807}"/>
              </a:ext>
            </a:extLst>
          </p:cNvPr>
          <p:cNvSpPr txBox="1"/>
          <p:nvPr/>
        </p:nvSpPr>
        <p:spPr>
          <a:xfrm>
            <a:off x="71630" y="664889"/>
            <a:ext cx="505087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Distribution of  Active and churned customer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4245CA-D219-5760-D583-9D0B5A572009}"/>
              </a:ext>
            </a:extLst>
          </p:cNvPr>
          <p:cNvSpPr txBox="1">
            <a:spLocks/>
          </p:cNvSpPr>
          <p:nvPr/>
        </p:nvSpPr>
        <p:spPr>
          <a:xfrm>
            <a:off x="0" y="-44862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kern="0" dirty="0">
                <a:latin typeface="Arial Black" panose="020B0A04020102020204" pitchFamily="34" charset="0"/>
              </a:rPr>
              <a:t>Customer Status Distribution: Active vs Churned</a:t>
            </a:r>
            <a:endParaRPr lang="en-IN" sz="2930" kern="0" dirty="0">
              <a:latin typeface="Arial Black" panose="020B0A040201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3C8F00D-BC9A-2A4B-F3C0-8C1388B93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7616" y="737419"/>
            <a:ext cx="5859625" cy="5420786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Churned customer are those who haven’t done any purchase in last 3 months  else they are Active Customer</a:t>
            </a:r>
          </a:p>
          <a:p>
            <a:pPr>
              <a:lnSpc>
                <a:spcPct val="150000"/>
              </a:lnSpc>
            </a:pPr>
            <a:r>
              <a:rPr lang="en-US" dirty="0"/>
              <a:t>Churned customer are 85% on the other hand active customer are only 15% which means customer are not  actively making purchases .</a:t>
            </a:r>
          </a:p>
          <a:p>
            <a:pPr>
              <a:lnSpc>
                <a:spcPct val="150000"/>
              </a:lnSpc>
            </a:pPr>
            <a:r>
              <a:rPr lang="en-US" dirty="0"/>
              <a:t>The revenue generated by churned customer are 13.8M so we really need to focus on churned customer to retain them.</a:t>
            </a:r>
          </a:p>
          <a:p>
            <a:pPr>
              <a:lnSpc>
                <a:spcPct val="150000"/>
              </a:lnSpc>
            </a:pPr>
            <a:r>
              <a:rPr lang="en-US" dirty="0"/>
              <a:t>There is a potential to convert these customer from churned to active by taking some actions like personalized offers and communication.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C000"/>
                </a:solidFill>
              </a:rPr>
              <a:t>“There are more churned customer as compare to Active Customer”</a:t>
            </a:r>
          </a:p>
          <a:p>
            <a:pPr marL="186262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7A36D-49DE-FE99-8D20-C0936413E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1" y="3993487"/>
            <a:ext cx="5203324" cy="23606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769874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313DA1-0DF3-F7D9-E7AE-E77C7D065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8555" y="653143"/>
            <a:ext cx="5257800" cy="5570375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marL="186262" indent="0">
              <a:lnSpc>
                <a:spcPct val="100000"/>
              </a:lnSpc>
              <a:buNone/>
            </a:pPr>
            <a:r>
              <a:rPr lang="en-US" dirty="0">
                <a:solidFill>
                  <a:srgbClr val="FFC000"/>
                </a:solidFill>
              </a:rPr>
              <a:t>Observations –</a:t>
            </a:r>
          </a:p>
          <a:p>
            <a:pPr>
              <a:lnSpc>
                <a:spcPct val="100000"/>
              </a:lnSpc>
            </a:pPr>
            <a:r>
              <a:rPr lang="en-US" dirty="0"/>
              <a:t>The chart shows the </a:t>
            </a:r>
            <a:r>
              <a:rPr lang="en-US" dirty="0" err="1"/>
              <a:t>new_customers</a:t>
            </a:r>
            <a:r>
              <a:rPr lang="en-US" dirty="0"/>
              <a:t> coming per month and in orange line shows how much retained out of the </a:t>
            </a:r>
            <a:r>
              <a:rPr lang="en-US" dirty="0" err="1"/>
              <a:t>new_customer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Customer Retention is almost 0.03 which means 3% only are the retained customer which are distributed across months.</a:t>
            </a:r>
          </a:p>
          <a:p>
            <a:pPr>
              <a:lnSpc>
                <a:spcPct val="100000"/>
              </a:lnSpc>
            </a:pPr>
            <a:r>
              <a:rPr lang="en-US" dirty="0"/>
              <a:t> June having most </a:t>
            </a:r>
            <a:r>
              <a:rPr lang="en-US" dirty="0" err="1"/>
              <a:t>retained_cust</a:t>
            </a:r>
            <a:r>
              <a:rPr lang="en-US" dirty="0"/>
              <a:t> which is 6 .</a:t>
            </a:r>
          </a:p>
          <a:p>
            <a:pPr>
              <a:lnSpc>
                <a:spcPct val="100000"/>
              </a:lnSpc>
            </a:pPr>
            <a:r>
              <a:rPr lang="en-US" dirty="0"/>
              <a:t>Customer Retention is so less as it is only 3% which means 97%  are the churned customer in short customer loyalty lacks .</a:t>
            </a:r>
          </a:p>
          <a:p>
            <a:pPr>
              <a:lnSpc>
                <a:spcPct val="100000"/>
              </a:lnSpc>
            </a:pPr>
            <a:r>
              <a:rPr lang="en-US" dirty="0"/>
              <a:t>We need to increase the retention rate </a:t>
            </a:r>
          </a:p>
          <a:p>
            <a:pPr marL="186262" indent="0">
              <a:buNone/>
            </a:pPr>
            <a:r>
              <a:rPr lang="en-IN" dirty="0">
                <a:solidFill>
                  <a:srgbClr val="FFC000"/>
                </a:solidFill>
              </a:rPr>
              <a:t>“Retention rate is less means </a:t>
            </a:r>
            <a:r>
              <a:rPr lang="en-IN" dirty="0" err="1">
                <a:solidFill>
                  <a:srgbClr val="FFC000"/>
                </a:solidFill>
              </a:rPr>
              <a:t>one_time</a:t>
            </a:r>
            <a:r>
              <a:rPr lang="en-IN" dirty="0">
                <a:solidFill>
                  <a:srgbClr val="FFC000"/>
                </a:solidFill>
              </a:rPr>
              <a:t> customer is more”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97242C-6C52-0927-A67B-01ADCED4F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143"/>
            <a:ext cx="6096000" cy="24632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80182C2C-FC5B-CD56-364A-DFB98335EF0B}"/>
              </a:ext>
            </a:extLst>
          </p:cNvPr>
          <p:cNvSpPr txBox="1">
            <a:spLocks/>
          </p:cNvSpPr>
          <p:nvPr/>
        </p:nvSpPr>
        <p:spPr>
          <a:xfrm>
            <a:off x="0" y="-44862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kern="0" dirty="0">
                <a:latin typeface="Arial Black" panose="020B0A04020102020204" pitchFamily="34" charset="0"/>
              </a:rPr>
              <a:t>Monthly Customer Retention</a:t>
            </a:r>
            <a:endParaRPr lang="en-IN" sz="2930" kern="0" dirty="0">
              <a:latin typeface="Arial Black" panose="020B0A040201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77B300-FDB4-84C9-B868-73E714ADA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197640"/>
            <a:ext cx="6096000" cy="31098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45397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03319C-F6D1-164C-902A-5A8BDB168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16824" y="662473"/>
            <a:ext cx="5370566" cy="5467740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Out of 37 stores these are the Top 10 stores which contributes the most on the based on Revenue as well as Quantity sold.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ST103 store sole contributes about 39% of revenue and we can conclude it as a profitable store.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ST103 is a preferred store by customer it has about 4.06 as average satisfaction score and about 26,037 as customer visits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The least visit store is ST354 with only 617 </a:t>
            </a:r>
            <a:r>
              <a:rPr lang="en-US" dirty="0" err="1"/>
              <a:t>vists</a:t>
            </a: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The least profitable store is ST463 with only 1.13%</a:t>
            </a:r>
            <a:endParaRPr lang="en-IN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B9D6D00B-5D27-00EB-8F9D-F8638F052E10}"/>
              </a:ext>
            </a:extLst>
          </p:cNvPr>
          <p:cNvSpPr txBox="1">
            <a:spLocks/>
          </p:cNvSpPr>
          <p:nvPr/>
        </p:nvSpPr>
        <p:spPr>
          <a:xfrm>
            <a:off x="0" y="-44862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kern="0" dirty="0">
                <a:latin typeface="Arial Black" panose="020B0A04020102020204" pitchFamily="34" charset="0"/>
              </a:rPr>
              <a:t>Top Performing Stores Overview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08A5B9-6B3C-C204-E3BF-5B4B91EEC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71926"/>
            <a:ext cx="5875177" cy="2857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30BA86-E5DF-4F63-6D89-E21418A77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5875176" cy="28570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657033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BAE757-E823-372B-1F62-449C047B5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6743" y="571925"/>
            <a:ext cx="5477069" cy="5784402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186262" indent="0">
              <a:lnSpc>
                <a:spcPct val="100000"/>
              </a:lnSpc>
              <a:buNone/>
            </a:pPr>
            <a:r>
              <a:rPr lang="en-US" dirty="0">
                <a:solidFill>
                  <a:srgbClr val="FFC000"/>
                </a:solidFill>
              </a:rPr>
              <a:t>Observations –</a:t>
            </a:r>
          </a:p>
          <a:p>
            <a:pPr>
              <a:lnSpc>
                <a:spcPct val="100000"/>
              </a:lnSpc>
            </a:pPr>
            <a:r>
              <a:rPr lang="en-US" dirty="0"/>
              <a:t>Category Penetration = number of orders containing the category/number of orders</a:t>
            </a:r>
          </a:p>
          <a:p>
            <a:pPr>
              <a:lnSpc>
                <a:spcPct val="100000"/>
              </a:lnSpc>
            </a:pPr>
            <a:r>
              <a:rPr lang="en-US" b="1" dirty="0"/>
              <a:t>Category Penetration helps us to find how widely a product category is purchased or used</a:t>
            </a:r>
            <a:r>
              <a:rPr lang="en-US" dirty="0"/>
              <a:t> among the total set of customers </a:t>
            </a:r>
          </a:p>
          <a:p>
            <a:pPr>
              <a:lnSpc>
                <a:spcPct val="100000"/>
              </a:lnSpc>
            </a:pPr>
            <a:r>
              <a:rPr lang="en-US" dirty="0"/>
              <a:t>The above charts shows how the category is spread across months and Toys and gifts and baby products contributes the more across different months.</a:t>
            </a:r>
          </a:p>
          <a:p>
            <a:pPr>
              <a:lnSpc>
                <a:spcPct val="100000"/>
              </a:lnSpc>
            </a:pPr>
            <a:r>
              <a:rPr lang="en-US" dirty="0"/>
              <a:t>Here we can see the Toys and Gifts contributes the most about 15.24% and then the Baby products contribute about 12.21%.</a:t>
            </a:r>
          </a:p>
          <a:p>
            <a:pPr marL="186262" indent="0">
              <a:buNone/>
            </a:pPr>
            <a:r>
              <a:rPr lang="en-US" dirty="0">
                <a:solidFill>
                  <a:srgbClr val="FFC000"/>
                </a:solidFill>
              </a:rPr>
              <a:t>“Toys and gifts have the most spread and then baby category and at lest contribute is Others.”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42EF86-CD24-D1D1-D32F-34AE841D8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88863"/>
            <a:ext cx="5803640" cy="27608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EA9E8C62-6442-95B5-E8C9-6D229043A422}"/>
              </a:ext>
            </a:extLst>
          </p:cNvPr>
          <p:cNvSpPr txBox="1">
            <a:spLocks/>
          </p:cNvSpPr>
          <p:nvPr/>
        </p:nvSpPr>
        <p:spPr>
          <a:xfrm>
            <a:off x="0" y="-44862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kern="0" dirty="0" err="1">
                <a:latin typeface="Arial Black" panose="020B0A04020102020204" pitchFamily="34" charset="0"/>
              </a:rPr>
              <a:t>Category_Penetration_Analysis</a:t>
            </a:r>
            <a:endParaRPr lang="en-IN" sz="2930" kern="0" dirty="0">
              <a:latin typeface="Arial Black" panose="020B0A040201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196CA4-8F61-46DD-81EB-1E3EC94D3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49690"/>
            <a:ext cx="5803639" cy="30066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42235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4203B4-F9F9-225A-189C-453F0D5CB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65983" y="571924"/>
            <a:ext cx="6026018" cy="5623603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186262" indent="0">
              <a:lnSpc>
                <a:spcPct val="100000"/>
              </a:lnSpc>
              <a:buNone/>
            </a:pPr>
            <a:r>
              <a:rPr lang="en-US" dirty="0">
                <a:solidFill>
                  <a:srgbClr val="FFC000"/>
                </a:solidFill>
              </a:rPr>
              <a:t>Observations –</a:t>
            </a:r>
          </a:p>
          <a:p>
            <a:pPr>
              <a:lnSpc>
                <a:spcPct val="100000"/>
              </a:lnSpc>
            </a:pPr>
            <a:r>
              <a:rPr lang="en-US" dirty="0"/>
              <a:t>Customer Growth on Monthly Basis which means how much % of customer are new customer &amp; how much % of customer left the business.</a:t>
            </a:r>
          </a:p>
          <a:p>
            <a:pPr>
              <a:lnSpc>
                <a:spcPct val="100000"/>
              </a:lnSpc>
            </a:pPr>
            <a:r>
              <a:rPr lang="en-IN" dirty="0"/>
              <a:t>First purchase count of customer by months *100/ total customer in that month</a:t>
            </a:r>
          </a:p>
          <a:p>
            <a:pPr>
              <a:lnSpc>
                <a:spcPct val="100000"/>
              </a:lnSpc>
            </a:pPr>
            <a:r>
              <a:rPr lang="en-IN" dirty="0"/>
              <a:t> In November and in march there is a significant growth is new customer about 31.49% in November and 23.87% in march</a:t>
            </a:r>
          </a:p>
          <a:p>
            <a:pPr>
              <a:lnSpc>
                <a:spcPct val="100000"/>
              </a:lnSpc>
            </a:pPr>
            <a:r>
              <a:rPr lang="en-IN" dirty="0"/>
              <a:t>In September there is a significant drop in new customers which means many of them leaved the business about -65.3%</a:t>
            </a:r>
          </a:p>
          <a:p>
            <a:pPr>
              <a:lnSpc>
                <a:spcPct val="100000"/>
              </a:lnSpc>
            </a:pPr>
            <a:endParaRPr lang="en-IN" dirty="0"/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rgbClr val="FFC000"/>
                </a:solidFill>
              </a:rPr>
              <a:t>“This indicates there is a sharp increase in certain months due to marketing campaigns but in September there is a significant decrease maybe due to less offers of decrease in services”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3131747-03E9-531E-ADE2-13BA0D4C4279}"/>
              </a:ext>
            </a:extLst>
          </p:cNvPr>
          <p:cNvSpPr txBox="1">
            <a:spLocks/>
          </p:cNvSpPr>
          <p:nvPr/>
        </p:nvSpPr>
        <p:spPr>
          <a:xfrm>
            <a:off x="0" y="-44862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kern="0" dirty="0">
                <a:latin typeface="Arial Black" panose="020B0A04020102020204" pitchFamily="34" charset="0"/>
              </a:rPr>
              <a:t>Customers Monthly Growth</a:t>
            </a:r>
            <a:endParaRPr lang="en-IN" sz="2930" kern="0" dirty="0"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98304B-AD00-C44D-C193-3E0B39750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3058"/>
            <a:ext cx="6026017" cy="33655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69767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9EAC8F-67B4-31A9-82E0-D5FAD84E6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9225" y="793103"/>
            <a:ext cx="5722775" cy="4963886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marL="186262" indent="0">
              <a:lnSpc>
                <a:spcPct val="100000"/>
              </a:lnSpc>
              <a:buNone/>
            </a:pPr>
            <a:r>
              <a:rPr lang="en-US" dirty="0">
                <a:solidFill>
                  <a:srgbClr val="FFC000"/>
                </a:solidFill>
              </a:rPr>
              <a:t>Observations –</a:t>
            </a:r>
          </a:p>
          <a:p>
            <a:pPr>
              <a:lnSpc>
                <a:spcPct val="100000"/>
              </a:lnSpc>
            </a:pPr>
            <a:r>
              <a:rPr lang="en-US" dirty="0"/>
              <a:t>Sales percent- Sales in particular month/total sales </a:t>
            </a:r>
          </a:p>
          <a:p>
            <a:pPr>
              <a:lnSpc>
                <a:spcPct val="100000"/>
              </a:lnSpc>
            </a:pPr>
            <a:r>
              <a:rPr lang="en-IN" dirty="0"/>
              <a:t>This shows how our sales is getting fluctuated between year and months </a:t>
            </a:r>
          </a:p>
          <a:p>
            <a:pPr>
              <a:lnSpc>
                <a:spcPct val="100000"/>
              </a:lnSpc>
            </a:pPr>
            <a:r>
              <a:rPr lang="en-IN" dirty="0"/>
              <a:t>The most sales we are getting in August 2023 with 1.5 M  and least order in December 2021 which kind negligible compared to total revenue maybe there is so less orders as the total revenue itself is just 19.62 in that month </a:t>
            </a:r>
          </a:p>
          <a:p>
            <a:pPr>
              <a:lnSpc>
                <a:spcPct val="100000"/>
              </a:lnSpc>
            </a:pPr>
            <a:r>
              <a:rPr lang="en-IN" dirty="0"/>
              <a:t>The 2023 is doing great and 2022 is also doing well </a:t>
            </a:r>
          </a:p>
          <a:p>
            <a:pPr marL="186262" indent="0">
              <a:buNone/>
            </a:pPr>
            <a:r>
              <a:rPr lang="en-IN" dirty="0">
                <a:solidFill>
                  <a:srgbClr val="FFC000"/>
                </a:solidFill>
              </a:rPr>
              <a:t>“Sales most in august 2023 maybe because of better marketing and offers”</a:t>
            </a:r>
          </a:p>
          <a:p>
            <a:pPr marL="186262" indent="0">
              <a:buNone/>
            </a:pPr>
            <a:endParaRPr lang="en-IN" dirty="0">
              <a:solidFill>
                <a:srgbClr val="FFC000"/>
              </a:solidFill>
            </a:endParaRPr>
          </a:p>
          <a:p>
            <a:endParaRPr lang="en-IN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EDE1087-FE8A-C6FC-8082-885188F8ED3B}"/>
              </a:ext>
            </a:extLst>
          </p:cNvPr>
          <p:cNvSpPr txBox="1">
            <a:spLocks/>
          </p:cNvSpPr>
          <p:nvPr/>
        </p:nvSpPr>
        <p:spPr>
          <a:xfrm>
            <a:off x="0" y="-44862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kern="0" dirty="0">
                <a:latin typeface="Arial Black" panose="020B0A04020102020204" pitchFamily="34" charset="0"/>
              </a:rPr>
              <a:t>Sales </a:t>
            </a:r>
            <a:r>
              <a:rPr lang="en-US" sz="2930" kern="0" dirty="0" err="1">
                <a:latin typeface="Arial Black" panose="020B0A04020102020204" pitchFamily="34" charset="0"/>
              </a:rPr>
              <a:t>Acosss</a:t>
            </a:r>
            <a:r>
              <a:rPr lang="en-US" sz="2930" kern="0" dirty="0">
                <a:latin typeface="Arial Black" panose="020B0A04020102020204" pitchFamily="34" charset="0"/>
              </a:rPr>
              <a:t> </a:t>
            </a:r>
            <a:r>
              <a:rPr lang="en-US" sz="2930" kern="0" dirty="0" err="1">
                <a:latin typeface="Arial Black" panose="020B0A04020102020204" pitchFamily="34" charset="0"/>
              </a:rPr>
              <a:t>Months_Year</a:t>
            </a:r>
            <a:endParaRPr lang="en-IN" sz="2930" kern="0" dirty="0"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41A18B-501D-4B19-B05D-0712A8DE4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57" y="1328378"/>
            <a:ext cx="5525271" cy="37533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814147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1E8D5A-0BF3-081B-D5B8-E19C9D38C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70376" y="746449"/>
            <a:ext cx="5783424" cy="5232596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marL="186262" indent="0">
              <a:buNone/>
            </a:pPr>
            <a:r>
              <a:rPr lang="en-US" dirty="0">
                <a:solidFill>
                  <a:srgbClr val="FFC000"/>
                </a:solidFill>
              </a:rPr>
              <a:t>Observations –</a:t>
            </a:r>
          </a:p>
          <a:p>
            <a:pPr marL="186262" indent="0">
              <a:buNone/>
            </a:pPr>
            <a:endParaRPr lang="en-US" dirty="0"/>
          </a:p>
          <a:p>
            <a:r>
              <a:rPr lang="en-US" dirty="0"/>
              <a:t>One time customer are the new customer who has make there first purchases and repeat customer are purchased more than ones.</a:t>
            </a:r>
          </a:p>
          <a:p>
            <a:r>
              <a:rPr lang="en-US" dirty="0"/>
              <a:t>The above Pie chart shown one time customer counts and repeat customer counts and we can observe that repeat customer are 68 only and remaining are one time.</a:t>
            </a:r>
          </a:p>
          <a:p>
            <a:r>
              <a:rPr lang="en-US" dirty="0"/>
              <a:t> The revenue generated by repeat are 29 thousand only whereas 16.32 M revenue is derived by one time customers.</a:t>
            </a:r>
          </a:p>
          <a:p>
            <a:endParaRPr lang="en-US" dirty="0"/>
          </a:p>
          <a:p>
            <a:pPr marL="186262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“ The Business is failing to retain the customers.</a:t>
            </a:r>
            <a:r>
              <a:rPr lang="en-IN" dirty="0">
                <a:solidFill>
                  <a:srgbClr val="FFC000"/>
                </a:solidFill>
              </a:rPr>
              <a:t>”</a:t>
            </a:r>
            <a:endParaRPr lang="en-US" dirty="0">
              <a:solidFill>
                <a:srgbClr val="FFC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07818-8EB0-D77D-B4F1-87EED7B4F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9697"/>
            <a:ext cx="4753638" cy="26666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778255A4-098B-47F1-3442-2AE9CF50C95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kern="0" dirty="0">
                <a:latin typeface="Arial Black" panose="020B0A04020102020204" pitchFamily="34" charset="0"/>
              </a:rPr>
              <a:t>New/Repeat Customer </a:t>
            </a:r>
            <a:endParaRPr lang="en-IN" sz="2930" kern="0" dirty="0">
              <a:latin typeface="Arial Black" panose="020B0A040201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78F280-EF8A-7938-94AB-938BEF361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56386"/>
            <a:ext cx="4753638" cy="30119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751236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789902-48F7-F6B4-5D08-5626E86C0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709127"/>
            <a:ext cx="6044682" cy="5232596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186262" indent="0">
              <a:buNone/>
            </a:pPr>
            <a:r>
              <a:rPr lang="en-US" dirty="0">
                <a:solidFill>
                  <a:srgbClr val="FFC000"/>
                </a:solidFill>
              </a:rPr>
              <a:t>Observations –</a:t>
            </a:r>
          </a:p>
          <a:p>
            <a:pPr marL="186262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Gender contribution is an important factor in identifying which segment to focus on for retention and which one to engage more actively.</a:t>
            </a:r>
          </a:p>
          <a:p>
            <a:r>
              <a:rPr lang="en-US" dirty="0"/>
              <a:t>Females contribute about </a:t>
            </a:r>
            <a:r>
              <a:rPr lang="en-US" b="1" dirty="0"/>
              <a:t>70%</a:t>
            </a:r>
            <a:r>
              <a:rPr lang="en-US" dirty="0"/>
              <a:t> of our total sales, generating approximately </a:t>
            </a:r>
            <a:r>
              <a:rPr lang="en-US" b="1" dirty="0"/>
              <a:t>₹11.43M</a:t>
            </a:r>
            <a:r>
              <a:rPr lang="en-US" dirty="0"/>
              <a:t> in revenue,</a:t>
            </a:r>
            <a:br>
              <a:rPr lang="en-US" dirty="0"/>
            </a:br>
            <a:r>
              <a:rPr lang="en-US" dirty="0"/>
              <a:t>while males contribute around </a:t>
            </a:r>
            <a:r>
              <a:rPr lang="en-US" b="1" dirty="0"/>
              <a:t>30%</a:t>
            </a:r>
            <a:r>
              <a:rPr lang="en-US" dirty="0"/>
              <a:t>, accounting for </a:t>
            </a:r>
            <a:r>
              <a:rPr lang="en-US" b="1" dirty="0"/>
              <a:t>₹4.9M</a:t>
            </a:r>
            <a:r>
              <a:rPr lang="en-US" dirty="0"/>
              <a:t> in revenue.</a:t>
            </a:r>
          </a:p>
          <a:p>
            <a:endParaRPr lang="en-US" dirty="0"/>
          </a:p>
          <a:p>
            <a:pPr marL="186262" indent="0">
              <a:buNone/>
            </a:pPr>
            <a:r>
              <a:rPr lang="en-US" dirty="0">
                <a:solidFill>
                  <a:srgbClr val="FFC000"/>
                </a:solidFill>
              </a:rPr>
              <a:t>“We need to focus on </a:t>
            </a:r>
            <a:r>
              <a:rPr lang="en-US" b="1" dirty="0">
                <a:solidFill>
                  <a:srgbClr val="FFC000"/>
                </a:solidFill>
              </a:rPr>
              <a:t>retaining our female customers</a:t>
            </a:r>
            <a:r>
              <a:rPr lang="en-US" dirty="0">
                <a:solidFill>
                  <a:srgbClr val="FFC000"/>
                </a:solidFill>
              </a:rPr>
              <a:t> by offering better facilities and personalized experiences,</a:t>
            </a:r>
            <a:br>
              <a:rPr lang="en-US" dirty="0">
                <a:solidFill>
                  <a:srgbClr val="FFC000"/>
                </a:solidFill>
              </a:rPr>
            </a:br>
            <a:r>
              <a:rPr lang="en-US" dirty="0">
                <a:solidFill>
                  <a:srgbClr val="FFC000"/>
                </a:solidFill>
              </a:rPr>
              <a:t>and implement </a:t>
            </a:r>
            <a:r>
              <a:rPr lang="en-US" b="1" dirty="0">
                <a:solidFill>
                  <a:srgbClr val="FFC000"/>
                </a:solidFill>
              </a:rPr>
              <a:t>strategic initiatives</a:t>
            </a:r>
            <a:r>
              <a:rPr lang="en-US" dirty="0">
                <a:solidFill>
                  <a:srgbClr val="FFC000"/>
                </a:solidFill>
              </a:rPr>
              <a:t> to attract and increase engagement among male customers.”</a:t>
            </a:r>
          </a:p>
          <a:p>
            <a:pPr marL="186262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65A83E-ACA1-A76D-FEC5-3AE1D0957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8" y="709127"/>
            <a:ext cx="5374186" cy="25752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61D55B8B-EC5C-8616-25E4-C33E4684988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30" kern="0" dirty="0">
                <a:latin typeface="Arial Black" panose="020B0A04020102020204" pitchFamily="34" charset="0"/>
              </a:rPr>
              <a:t>Gender Contribution</a:t>
            </a:r>
            <a:endParaRPr lang="en-IN" sz="2930" kern="0" dirty="0">
              <a:latin typeface="Arial Black" panose="020B0A040201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10CBFA-9C19-3BB8-4F8C-A2D91500C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7" y="3284376"/>
            <a:ext cx="5374185" cy="29436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26512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BBD9F1-4731-FA69-DDBC-86AD21B66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2931" y="905069"/>
            <a:ext cx="5400869" cy="5073976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marL="186262" indent="0">
              <a:buNone/>
            </a:pPr>
            <a:r>
              <a:rPr lang="en-US" dirty="0">
                <a:solidFill>
                  <a:srgbClr val="FFC000"/>
                </a:solidFill>
              </a:rPr>
              <a:t>Observations –</a:t>
            </a:r>
          </a:p>
          <a:p>
            <a:endParaRPr lang="en-US" dirty="0"/>
          </a:p>
          <a:p>
            <a:r>
              <a:rPr lang="en-US" b="1" dirty="0"/>
              <a:t>Discount seekers</a:t>
            </a:r>
            <a:r>
              <a:rPr lang="en-US" dirty="0"/>
              <a:t> are customers who make most of their purchases using discounts,</a:t>
            </a:r>
            <a:br>
              <a:rPr lang="en-US" dirty="0"/>
            </a:br>
            <a:r>
              <a:rPr lang="en-US" dirty="0"/>
              <a:t>while </a:t>
            </a:r>
            <a:r>
              <a:rPr lang="en-US" b="1" dirty="0"/>
              <a:t>non-discount seekers</a:t>
            </a:r>
            <a:r>
              <a:rPr lang="en-US" dirty="0"/>
              <a:t> are those who are not influenced by discounts and continue to purchase even without them.</a:t>
            </a:r>
          </a:p>
          <a:p>
            <a:r>
              <a:rPr lang="en-US" dirty="0"/>
              <a:t>There are 404 customer only or 4% who are seeking discount and 96% are </a:t>
            </a:r>
            <a:r>
              <a:rPr lang="en-US" dirty="0" err="1"/>
              <a:t>non_discount_seeker</a:t>
            </a:r>
            <a:r>
              <a:rPr lang="en-US" dirty="0"/>
              <a:t> </a:t>
            </a:r>
            <a:endParaRPr lang="en-IN" dirty="0"/>
          </a:p>
          <a:p>
            <a:pPr marL="186262" indent="0">
              <a:buNone/>
            </a:pPr>
            <a:endParaRPr lang="en-IN" dirty="0"/>
          </a:p>
          <a:p>
            <a:pPr marL="186262" indent="0">
              <a:buNone/>
            </a:pPr>
            <a:r>
              <a:rPr lang="en-IN" dirty="0">
                <a:solidFill>
                  <a:srgbClr val="FFC000"/>
                </a:solidFill>
              </a:rPr>
              <a:t>“There is no need to give much discount as customers are not </a:t>
            </a:r>
            <a:r>
              <a:rPr lang="en-IN" dirty="0" err="1">
                <a:solidFill>
                  <a:srgbClr val="FFC000"/>
                </a:solidFill>
              </a:rPr>
              <a:t>geTting</a:t>
            </a:r>
            <a:r>
              <a:rPr lang="en-IN" dirty="0">
                <a:solidFill>
                  <a:srgbClr val="FFC000"/>
                </a:solidFill>
              </a:rPr>
              <a:t> impacted by discounts they are making purchases without discounts also”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C9E888E1-0796-ADD6-8193-F93F3F05F94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kern="0" dirty="0">
                <a:latin typeface="Arial Black" panose="020B0A04020102020204" pitchFamily="34" charset="0"/>
              </a:rPr>
              <a:t>Discount-Seeking Behaviour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CF96DB-D7DB-6F52-2678-997D63F2F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66" y="1325180"/>
            <a:ext cx="4887007" cy="36104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97117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F7DA98-2CBC-426D-A1E8-A3E4F5A56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0049" y="1034364"/>
            <a:ext cx="5393094" cy="4545341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2500"/>
          </a:bodyPr>
          <a:lstStyle/>
          <a:p>
            <a:pPr marL="186262" indent="0">
              <a:buNone/>
            </a:pPr>
            <a:r>
              <a:rPr lang="en-US" dirty="0">
                <a:solidFill>
                  <a:srgbClr val="FFC000"/>
                </a:solidFill>
              </a:rPr>
              <a:t>Observations –</a:t>
            </a:r>
          </a:p>
          <a:p>
            <a:endParaRPr lang="en-US" dirty="0"/>
          </a:p>
          <a:p>
            <a:r>
              <a:rPr lang="en-US" dirty="0"/>
              <a:t>The customer is broadly classified on the basis of Revenue into High/Medium/Low level customers</a:t>
            </a:r>
          </a:p>
          <a:p>
            <a:r>
              <a:rPr lang="en-IN" dirty="0" err="1"/>
              <a:t>Low_Level</a:t>
            </a:r>
            <a:r>
              <a:rPr lang="en-IN" dirty="0"/>
              <a:t> customer are those whose total revenue </a:t>
            </a:r>
            <a:r>
              <a:rPr lang="en-IN" dirty="0" err="1"/>
              <a:t>percentile_cont</a:t>
            </a:r>
            <a:r>
              <a:rPr lang="en-IN" dirty="0"/>
              <a:t> is less than equal to 0.33 </a:t>
            </a:r>
          </a:p>
          <a:p>
            <a:r>
              <a:rPr lang="en-IN" dirty="0"/>
              <a:t>Medium level customer are whose Total revenue </a:t>
            </a:r>
            <a:r>
              <a:rPr lang="en-IN" dirty="0" err="1"/>
              <a:t>percentile_cont</a:t>
            </a:r>
            <a:r>
              <a:rPr lang="en-IN" dirty="0"/>
              <a:t> is less than equal to 0.66 and else are high customer </a:t>
            </a:r>
          </a:p>
          <a:p>
            <a:pPr marL="186262" indent="0">
              <a:buNone/>
            </a:pPr>
            <a:endParaRPr lang="en-US" dirty="0"/>
          </a:p>
          <a:p>
            <a:pPr marL="186262" indent="0">
              <a:buNone/>
            </a:pPr>
            <a:r>
              <a:rPr lang="en-US" dirty="0">
                <a:solidFill>
                  <a:srgbClr val="FFC000"/>
                </a:solidFill>
              </a:rPr>
              <a:t>“There is no significant difference in customer counts across these segments, indicating that the customer base is evenly distributed across all spending levels.”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2AA985A3-1978-29DE-B1CB-706DA550318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kern="0" dirty="0">
                <a:latin typeface="Arial Black" panose="020B0A04020102020204" pitchFamily="34" charset="0"/>
              </a:rPr>
              <a:t>Customer Value Segmentation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45EE75-EA5B-5E30-0D43-837C6982C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8" y="782112"/>
            <a:ext cx="5265576" cy="28864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0E9D09-A169-684E-C0E4-F8F0E722B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7" y="3668590"/>
            <a:ext cx="5265576" cy="25549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28840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40B6EB-D765-A3CA-DEF1-1CF9A2607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45915" y="929334"/>
            <a:ext cx="5449059" cy="4999331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186262" indent="0">
              <a:buNone/>
            </a:pPr>
            <a:r>
              <a:rPr lang="en-US" sz="1700" dirty="0"/>
              <a:t>Customers are categorized into Premium, Gold, Silver, and Standard segments based on a combined score derived from recency of purchase, number of orders, and total spending.</a:t>
            </a:r>
          </a:p>
          <a:p>
            <a:r>
              <a:rPr lang="en-US" sz="1700" dirty="0"/>
              <a:t>Premium Customers are the top-tier buyers who have made recent, frequent, and high-value purchases.</a:t>
            </a:r>
          </a:p>
          <a:p>
            <a:r>
              <a:rPr lang="en-US" sz="1700" dirty="0"/>
              <a:t>Gold Customers are active and consistent buyers with strong purchase value.</a:t>
            </a:r>
          </a:p>
          <a:p>
            <a:r>
              <a:rPr lang="en-US" sz="1700" dirty="0"/>
              <a:t>Silver Customers have moderate purchase frequency and value.</a:t>
            </a:r>
          </a:p>
          <a:p>
            <a:r>
              <a:rPr lang="en-US" sz="1700" dirty="0"/>
              <a:t>Standard Customers are low-engagement customers with limited spending or older transactions.</a:t>
            </a:r>
          </a:p>
          <a:p>
            <a:pPr marL="186262" indent="0">
              <a:buNone/>
            </a:pPr>
            <a:endParaRPr lang="en-IN" dirty="0"/>
          </a:p>
          <a:p>
            <a:pPr marL="186262" indent="0">
              <a:buNone/>
            </a:pPr>
            <a:r>
              <a:rPr lang="en-IN" dirty="0">
                <a:solidFill>
                  <a:srgbClr val="FFC000"/>
                </a:solidFill>
              </a:rPr>
              <a:t>“Standard Customers are 99% then the standard and then we are having gold at last premium which means customer are not engaging much also spending is limited” 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C64BF4D3-EDB9-638A-582C-BB08BF7B1DA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kern="0" dirty="0">
                <a:latin typeface="Arial Black" panose="020B0A04020102020204" pitchFamily="34" charset="0"/>
              </a:rPr>
              <a:t>Customer Segmentation Based on RFM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A934CF-3948-3CF4-2867-3066A8EF6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05" y="1659515"/>
            <a:ext cx="5449060" cy="29055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997081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C12D32-E97F-D2CA-1A68-AC8AD49D3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847884"/>
              </p:ext>
            </p:extLst>
          </p:nvPr>
        </p:nvGraphicFramePr>
        <p:xfrm>
          <a:off x="1612123" y="812972"/>
          <a:ext cx="8127999" cy="34417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31852185"/>
                    </a:ext>
                  </a:extLst>
                </a:gridCol>
                <a:gridCol w="5378026">
                  <a:extLst>
                    <a:ext uri="{9D8B030D-6E8A-4147-A177-3AD203B41FA5}">
                      <a16:colId xmlns:a16="http://schemas.microsoft.com/office/drawing/2014/main" val="1232048014"/>
                    </a:ext>
                  </a:extLst>
                </a:gridCol>
                <a:gridCol w="40640">
                  <a:extLst>
                    <a:ext uri="{9D8B030D-6E8A-4147-A177-3AD203B41FA5}">
                      <a16:colId xmlns:a16="http://schemas.microsoft.com/office/drawing/2014/main" val="4233901551"/>
                    </a:ext>
                  </a:extLst>
                </a:gridCol>
              </a:tblGrid>
              <a:tr h="312890">
                <a:tc>
                  <a:txBody>
                    <a:bodyPr/>
                    <a:lstStyle/>
                    <a:p>
                      <a:pPr marR="0" algn="l" rtl="0" eaLnBrk="1" fontAlgn="b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800" b="1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Orders Count</a:t>
                      </a:r>
                      <a:endParaRPr lang="en-IN" sz="1800" b="1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eaLnBrk="1" fontAlgn="b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800" b="1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            Product  Pairs</a:t>
                      </a:r>
                      <a:endParaRPr lang="en-IN" sz="1800" b="1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7586588"/>
                  </a:ext>
                </a:extLst>
              </a:tr>
              <a:tr h="31289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36f60d45225e60c7da4558b070ce4b60 , e53e557d5a159f5aa2c5e995dfdf244b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454324"/>
                  </a:ext>
                </a:extLst>
              </a:tr>
              <a:tr h="31289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35afc973633aaeb6b877ff57b2793310 , 99a4788cb24856965c36a24e339b6058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731720"/>
                  </a:ext>
                </a:extLst>
              </a:tr>
              <a:tr h="31289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4fcb3d9a5f4871e8362dfedbdb02b064 , f4f67ccaece962d013a4e1d7dc3a61f7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718575"/>
                  </a:ext>
                </a:extLst>
              </a:tr>
              <a:tr h="31289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36f60d45225e60c7da4558b070ce4b60 , 3f14d740544f37ece8a9e7bc8349797e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354865"/>
                  </a:ext>
                </a:extLst>
              </a:tr>
              <a:tr h="31289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389d119b48cf3043d311335e499d9c6b , 422879e10f46682990de24d770e7f83d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528152"/>
                  </a:ext>
                </a:extLst>
              </a:tr>
              <a:tr h="31289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389d119b48cf3043d311335e499d9c6b , 53759a2ecddad2bb87a079a1f1519f73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497210"/>
                  </a:ext>
                </a:extLst>
              </a:tr>
              <a:tr h="31289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368c6c730842d78016ad823897a372db , 53759a2ecddad2bb87a079a1f1519f73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426887"/>
                  </a:ext>
                </a:extLst>
              </a:tr>
              <a:tr h="31289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18486698933fbb64af6c0a255f7dd64c , dbb67791e405873b259e4656bf971246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227966"/>
                  </a:ext>
                </a:extLst>
              </a:tr>
              <a:tr h="31289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422879e10f46682990de24d770e7f83d , 53759a2ecddad2bb87a079a1f1519f73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675485"/>
                  </a:ext>
                </a:extLst>
              </a:tr>
              <a:tr h="31289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060cb19345d90064d1015407193c233d , 98d61056e0568ba048e5d78038790e77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680230"/>
                  </a:ext>
                </a:extLst>
              </a:tr>
            </a:tbl>
          </a:graphicData>
        </a:graphic>
      </p:graphicFrame>
      <p:sp>
        <p:nvSpPr>
          <p:cNvPr id="8" name="Title 2">
            <a:extLst>
              <a:ext uri="{FF2B5EF4-FFF2-40B4-BE49-F238E27FC236}">
                <a16:creationId xmlns:a16="http://schemas.microsoft.com/office/drawing/2014/main" id="{3ACDC9A6-DE29-3CB1-6D54-136D9CE329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kern="0" dirty="0" err="1">
                <a:latin typeface="Arial Black" panose="020B0A04020102020204" pitchFamily="34" charset="0"/>
              </a:rPr>
              <a:t>Cross_Selling</a:t>
            </a:r>
            <a:endParaRPr lang="en-IN" sz="2930" kern="0" dirty="0">
              <a:latin typeface="Arial Black" panose="020B0A04020102020204" pitchFamily="34" charset="0"/>
            </a:endParaRPr>
          </a:p>
          <a:p>
            <a:pPr algn="ctr"/>
            <a:endParaRPr lang="en-IN" sz="2930" kern="0" dirty="0"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37F0F8-94F8-FF94-D5D7-A8D6755D4EC9}"/>
              </a:ext>
            </a:extLst>
          </p:cNvPr>
          <p:cNvSpPr txBox="1"/>
          <p:nvPr/>
        </p:nvSpPr>
        <p:spPr>
          <a:xfrm>
            <a:off x="251927" y="4655976"/>
            <a:ext cx="11383346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“Top 10 Products combination which are buying by customer repeatedly together and those pairs orders counts”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25361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AA770A-44EE-B6EF-BFFA-30ADE298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678" y="978380"/>
            <a:ext cx="10515600" cy="5021204"/>
          </a:xfrm>
        </p:spPr>
        <p:txBody>
          <a:bodyPr>
            <a:normAutofit lnSpcReduction="10000"/>
          </a:bodyPr>
          <a:lstStyle/>
          <a:p>
            <a:r>
              <a:rPr lang="en-US" sz="1800" kern="1200" dirty="0">
                <a:solidFill>
                  <a:schemeClr val="tx1"/>
                </a:solidFill>
                <a:ea typeface="Calibri" panose="020F0502020204030204" pitchFamily="34" charset="0"/>
              </a:rPr>
              <a:t>Cohort Analysis is how the customer is interacting with the business from its first purchase and then tracks how their behavior is getting changed.</a:t>
            </a:r>
          </a:p>
          <a:p>
            <a:pPr marL="186262" indent="0">
              <a:buNone/>
            </a:pPr>
            <a:endParaRPr lang="en-US" sz="1800" kern="120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pPr marL="186262" indent="0">
              <a:buNone/>
            </a:pPr>
            <a:r>
              <a:rPr lang="en-US" sz="1800" kern="1200" dirty="0">
                <a:solidFill>
                  <a:schemeClr val="tx1"/>
                </a:solidFill>
                <a:ea typeface="Calibri" panose="020F0502020204030204" pitchFamily="34" charset="0"/>
              </a:rPr>
              <a:t>Cohort Analysis can be classified into Two ways :</a:t>
            </a:r>
          </a:p>
          <a:p>
            <a:pPr marL="643462" indent="-457200">
              <a:buFont typeface="+mj-lt"/>
              <a:buAutoNum type="arabicPeriod"/>
            </a:pPr>
            <a:r>
              <a:rPr lang="en-US" sz="1800" kern="1200" dirty="0" err="1">
                <a:solidFill>
                  <a:schemeClr val="tx1"/>
                </a:solidFill>
                <a:ea typeface="Calibri" panose="020F0502020204030204" pitchFamily="34" charset="0"/>
              </a:rPr>
              <a:t>WaterFall</a:t>
            </a:r>
            <a:r>
              <a:rPr lang="en-US" sz="1800" kern="1200" dirty="0">
                <a:solidFill>
                  <a:schemeClr val="tx1"/>
                </a:solidFill>
                <a:ea typeface="Calibri" panose="020F0502020204030204" pitchFamily="34" charset="0"/>
              </a:rPr>
              <a:t>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chemeClr val="tx1"/>
                </a:solidFill>
                <a:ea typeface="Calibri" panose="020F0502020204030204" pitchFamily="34" charset="0"/>
              </a:rPr>
              <a:t>Here the customers retention is compared with its previous month not with its first purchase month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kern="1200" dirty="0" err="1">
                <a:solidFill>
                  <a:schemeClr val="tx1"/>
                </a:solidFill>
                <a:ea typeface="Calibri" panose="020F0502020204030204" pitchFamily="34" charset="0"/>
              </a:rPr>
              <a:t>WaterFall</a:t>
            </a:r>
            <a:r>
              <a:rPr lang="en-US" sz="1800" kern="1200" dirty="0">
                <a:solidFill>
                  <a:schemeClr val="tx1"/>
                </a:solidFill>
                <a:ea typeface="Calibri" panose="020F0502020204030204" pitchFamily="34" charset="0"/>
              </a:rPr>
              <a:t> method helps in focusing on small term customer retention.</a:t>
            </a:r>
          </a:p>
          <a:p>
            <a:pPr marL="186262" indent="0">
              <a:buNone/>
            </a:pPr>
            <a:r>
              <a:rPr lang="en-US" sz="1800" kern="1200" dirty="0">
                <a:solidFill>
                  <a:schemeClr val="tx1"/>
                </a:solidFill>
                <a:ea typeface="Calibri" panose="020F0502020204030204" pitchFamily="34" charset="0"/>
              </a:rPr>
              <a:t>              </a:t>
            </a:r>
            <a:r>
              <a:rPr lang="en-US" sz="1800" kern="1200" dirty="0" err="1">
                <a:solidFill>
                  <a:schemeClr val="tx1"/>
                </a:solidFill>
                <a:ea typeface="Calibri" panose="020F0502020204030204" pitchFamily="34" charset="0"/>
              </a:rPr>
              <a:t>WaterFall</a:t>
            </a:r>
            <a:r>
              <a:rPr lang="en-US" sz="1800" kern="1200" dirty="0">
                <a:solidFill>
                  <a:schemeClr val="tx1"/>
                </a:solidFill>
                <a:ea typeface="Calibri" panose="020F0502020204030204" pitchFamily="34" charset="0"/>
              </a:rPr>
              <a:t> =        count active customer in Month X / count of active customer in Month (X-1)</a:t>
            </a:r>
          </a:p>
          <a:p>
            <a:pPr marL="186262" indent="0">
              <a:buNone/>
            </a:pPr>
            <a:endParaRPr lang="en-US" sz="1800" kern="120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pPr marL="643462" indent="-457200">
              <a:buAutoNum type="arabicPeriod" startAt="2"/>
            </a:pPr>
            <a:r>
              <a:rPr lang="en-US" sz="1800" kern="1200" dirty="0">
                <a:solidFill>
                  <a:schemeClr val="tx1"/>
                </a:solidFill>
                <a:ea typeface="Calibri" panose="020F0502020204030204" pitchFamily="34" charset="0"/>
              </a:rPr>
              <a:t>Non – </a:t>
            </a:r>
            <a:r>
              <a:rPr lang="en-US" sz="1800" kern="1200" dirty="0" err="1">
                <a:solidFill>
                  <a:schemeClr val="tx1"/>
                </a:solidFill>
                <a:ea typeface="Calibri" panose="020F0502020204030204" pitchFamily="34" charset="0"/>
              </a:rPr>
              <a:t>WaterFall</a:t>
            </a:r>
            <a:r>
              <a:rPr lang="en-US" sz="1800" kern="1200" dirty="0">
                <a:solidFill>
                  <a:schemeClr val="tx1"/>
                </a:solidFill>
                <a:ea typeface="Calibri" panose="020F0502020204030204" pitchFamily="34" charset="0"/>
              </a:rPr>
              <a:t>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chemeClr val="tx1"/>
                </a:solidFill>
                <a:ea typeface="Calibri" panose="020F0502020204030204" pitchFamily="34" charset="0"/>
              </a:rPr>
              <a:t>Here the customers retention is compared with each month active customer with the original number of customer in Cohort 0.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kern="1200" dirty="0">
                <a:solidFill>
                  <a:schemeClr val="tx1"/>
                </a:solidFill>
                <a:ea typeface="Calibri" panose="020F0502020204030204" pitchFamily="34" charset="0"/>
              </a:rPr>
              <a:t>Non – </a:t>
            </a:r>
            <a:r>
              <a:rPr lang="en-IN" sz="1800" kern="1200" dirty="0" err="1">
                <a:solidFill>
                  <a:schemeClr val="tx1"/>
                </a:solidFill>
                <a:ea typeface="Calibri" panose="020F0502020204030204" pitchFamily="34" charset="0"/>
              </a:rPr>
              <a:t>WaterFall</a:t>
            </a:r>
            <a:r>
              <a:rPr lang="en-IN" sz="1800" kern="1200" dirty="0">
                <a:solidFill>
                  <a:schemeClr val="tx1"/>
                </a:solidFill>
                <a:ea typeface="Calibri" panose="020F0502020204030204" pitchFamily="34" charset="0"/>
              </a:rPr>
              <a:t> focuses on Long-Term Retention Performance </a:t>
            </a:r>
          </a:p>
          <a:p>
            <a:pPr marL="186262" indent="0">
              <a:buNone/>
            </a:pPr>
            <a:r>
              <a:rPr lang="en-US" sz="1800" kern="1200" dirty="0">
                <a:solidFill>
                  <a:schemeClr val="tx1"/>
                </a:solidFill>
                <a:ea typeface="Calibri" panose="020F0502020204030204" pitchFamily="34" charset="0"/>
              </a:rPr>
              <a:t>             </a:t>
            </a:r>
            <a:r>
              <a:rPr lang="en-IN" sz="1800" kern="1200" dirty="0" err="1">
                <a:solidFill>
                  <a:schemeClr val="tx1"/>
                </a:solidFill>
                <a:ea typeface="Calibri" panose="020F0502020204030204" pitchFamily="34" charset="0"/>
              </a:rPr>
              <a:t>Non_WaterFall</a:t>
            </a:r>
            <a:r>
              <a:rPr lang="en-US" sz="1800" kern="1200" dirty="0">
                <a:solidFill>
                  <a:schemeClr val="tx1"/>
                </a:solidFill>
                <a:ea typeface="Calibri" panose="020F0502020204030204" pitchFamily="34" charset="0"/>
              </a:rPr>
              <a:t> =        count active customer in Month X / count of active customer </a:t>
            </a:r>
            <a:r>
              <a:rPr lang="en-US" dirty="0"/>
              <a:t>in cohort 0</a:t>
            </a:r>
            <a:endParaRPr lang="en-IN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7F409C2-9FD4-F170-2867-B300622BCFD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kern="0" dirty="0">
                <a:latin typeface="Arial Black" panose="020B0A04020102020204" pitchFamily="34" charset="0"/>
              </a:rPr>
              <a:t>Cohort Analysis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B9ACC-EB77-4EF0-9D8E-128A6BD4CABF}"/>
              </a:ext>
            </a:extLst>
          </p:cNvPr>
          <p:cNvSpPr txBox="1"/>
          <p:nvPr/>
        </p:nvSpPr>
        <p:spPr>
          <a:xfrm>
            <a:off x="10596465" y="123727"/>
            <a:ext cx="1595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Slide- (1-3) </a:t>
            </a:r>
            <a:endParaRPr lang="en-IN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0279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9A758A-61A1-3E00-2BCC-1CAA47B33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659913"/>
            <a:ext cx="12120465" cy="2731556"/>
          </a:xfrm>
        </p:spPr>
        <p:txBody>
          <a:bodyPr>
            <a:normAutofit fontScale="77500" lnSpcReduction="20000"/>
          </a:bodyPr>
          <a:lstStyle/>
          <a:p>
            <a:r>
              <a:rPr lang="en-US" sz="1800" dirty="0"/>
              <a:t>This type of cohort table helps analyze how customers behave across months after their </a:t>
            </a:r>
            <a:r>
              <a:rPr lang="en-US" sz="1800" b="1" dirty="0"/>
              <a:t>previous month’s purchase</a:t>
            </a:r>
            <a:r>
              <a:rPr lang="en-US" sz="1800" dirty="0"/>
              <a:t>.</a:t>
            </a:r>
          </a:p>
          <a:p>
            <a:r>
              <a:rPr lang="en-US" dirty="0"/>
              <a:t>How it works :</a:t>
            </a:r>
          </a:p>
          <a:p>
            <a:r>
              <a:rPr lang="en-US" dirty="0"/>
              <a:t>The rows is showing the cohort month(first purchase month) and columns are the months of purchases and cell are the retention value </a:t>
            </a:r>
          </a:p>
          <a:p>
            <a:r>
              <a:rPr lang="en-US" dirty="0"/>
              <a:t>Waterfall = count active customer month X / count of active customer (X-1)*100</a:t>
            </a:r>
          </a:p>
          <a:p>
            <a:r>
              <a:rPr lang="en-US" dirty="0"/>
              <a:t>Color of Retention Performance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Green =  Strong Retention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Yellow = Medium Retention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Red = Least Retention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Blanks = Churned customer (no return)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DCDC162-D956-4CD8-674E-EFD0094FDE4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kern="0" dirty="0">
                <a:latin typeface="Arial Black" panose="020B0A04020102020204" pitchFamily="34" charset="0"/>
              </a:rPr>
              <a:t>Waterfall Cohort Analysis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410713-7604-CD05-76CD-6E902F52A3C0}"/>
              </a:ext>
            </a:extLst>
          </p:cNvPr>
          <p:cNvSpPr txBox="1"/>
          <p:nvPr/>
        </p:nvSpPr>
        <p:spPr>
          <a:xfrm>
            <a:off x="71630" y="664889"/>
            <a:ext cx="505087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Waterfall Cohort Analysis Table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676681-9478-7B42-9300-78BD5F990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0" y="1164014"/>
            <a:ext cx="12048835" cy="2495898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FBEC16-7B20-5C18-AC77-11A247233B6F}"/>
              </a:ext>
            </a:extLst>
          </p:cNvPr>
          <p:cNvSpPr txBox="1"/>
          <p:nvPr/>
        </p:nvSpPr>
        <p:spPr>
          <a:xfrm>
            <a:off x="10596465" y="123727"/>
            <a:ext cx="1595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Slide- (2-3) </a:t>
            </a:r>
            <a:endParaRPr lang="en-IN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0822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D7AEAB-79F0-7850-5908-AD68AE242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032" y="3647303"/>
            <a:ext cx="11320042" cy="2715208"/>
          </a:xfrm>
        </p:spPr>
        <p:txBody>
          <a:bodyPr>
            <a:normAutofit fontScale="77500" lnSpcReduction="20000"/>
          </a:bodyPr>
          <a:lstStyle/>
          <a:p>
            <a:r>
              <a:rPr lang="en-US" sz="1800" dirty="0"/>
              <a:t>This type of cohort table helps analyze how customers behave across months after their first purchase month</a:t>
            </a:r>
          </a:p>
          <a:p>
            <a:r>
              <a:rPr lang="en-US" dirty="0"/>
              <a:t>How it works :</a:t>
            </a:r>
          </a:p>
          <a:p>
            <a:r>
              <a:rPr lang="en-US" dirty="0"/>
              <a:t>The rows is showing the cohort month(first purchase month) and columns are the months of purchases and cell are the retention value </a:t>
            </a:r>
          </a:p>
          <a:p>
            <a:r>
              <a:rPr lang="en-US" dirty="0"/>
              <a:t>Waterfall = count active customer in month X  / Customers in cohort Month 0</a:t>
            </a:r>
          </a:p>
          <a:p>
            <a:r>
              <a:rPr lang="en-US" dirty="0"/>
              <a:t>Color of Retention Performance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Green =  Strong Retention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Yellow = Medium Retention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Red = Least Retention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Blanks = Churned customer (no return)</a:t>
            </a:r>
          </a:p>
          <a:p>
            <a:endParaRPr lang="en-IN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3D1741E-8315-AC80-C224-07BAF5278EE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6787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333" b="0" i="0" u="none" strike="noStrike" cap="none">
                <a:solidFill>
                  <a:schemeClr val="tx1"/>
                </a:solidFill>
                <a:latin typeface="Raleway" pitchFamily="2" charset="0"/>
                <a:ea typeface="Raleway" pitchFamily="2" charset="0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930" kern="0" dirty="0" err="1">
                <a:latin typeface="Arial Black" panose="020B0A04020102020204" pitchFamily="34" charset="0"/>
              </a:rPr>
              <a:t>Non_Waterfall</a:t>
            </a:r>
            <a:r>
              <a:rPr lang="en-IN" sz="2930" kern="0" dirty="0">
                <a:latin typeface="Arial Black" panose="020B0A04020102020204" pitchFamily="34" charset="0"/>
              </a:rPr>
              <a:t> Cohort Analysis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56DB9A-B8D6-8AE3-DEC6-7AADB00CB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8" y="717385"/>
            <a:ext cx="12079386" cy="282932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D017B9-3C45-D366-F844-9D5E3C6E44BF}"/>
              </a:ext>
            </a:extLst>
          </p:cNvPr>
          <p:cNvSpPr txBox="1"/>
          <p:nvPr/>
        </p:nvSpPr>
        <p:spPr>
          <a:xfrm>
            <a:off x="10596465" y="123727"/>
            <a:ext cx="1595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Slide- (3-3) </a:t>
            </a:r>
            <a:endParaRPr lang="en-IN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9534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926FD6-1B22-D829-601F-EA867DC0A8B7}"/>
              </a:ext>
            </a:extLst>
          </p:cNvPr>
          <p:cNvSpPr txBox="1"/>
          <p:nvPr/>
        </p:nvSpPr>
        <p:spPr>
          <a:xfrm>
            <a:off x="345233" y="2519266"/>
            <a:ext cx="102730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Thank You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502452153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ayscal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2880</TotalTime>
  <Words>4402</Words>
  <Application>Microsoft Office PowerPoint</Application>
  <PresentationFormat>Widescreen</PresentationFormat>
  <Paragraphs>580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9" baseType="lpstr">
      <vt:lpstr>Algerian</vt:lpstr>
      <vt:lpstr>Arial</vt:lpstr>
      <vt:lpstr>Arial Black</vt:lpstr>
      <vt:lpstr>Arial Rounded MT Bold</vt:lpstr>
      <vt:lpstr>Calibri</vt:lpstr>
      <vt:lpstr>Cooper Black</vt:lpstr>
      <vt:lpstr>Courier New</vt:lpstr>
      <vt:lpstr>Open Sans</vt:lpstr>
      <vt:lpstr>Plus Jakarta Sans Medium</vt:lpstr>
      <vt:lpstr>Plus Jakarta Sans SemiBold</vt:lpstr>
      <vt:lpstr>PT Sans Narrow</vt:lpstr>
      <vt:lpstr>Raleway</vt:lpstr>
      <vt:lpstr>Wingdings</vt:lpstr>
      <vt:lpstr>Tropic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Cleaning The Datasets </vt:lpstr>
      <vt:lpstr>Cleaning The Datasets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Harshita Sahu</dc:creator>
  <cp:lastModifiedBy>Harshita Sahu</cp:lastModifiedBy>
  <cp:revision>1</cp:revision>
  <dcterms:created xsi:type="dcterms:W3CDTF">2025-10-03T09:49:05Z</dcterms:created>
  <dcterms:modified xsi:type="dcterms:W3CDTF">2025-11-12T17:25:30Z</dcterms:modified>
</cp:coreProperties>
</file>